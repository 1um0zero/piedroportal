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742113" cy="9875838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zero" userId="b32ac6af-6a29-4de1-a711-c0ab34b463c2" providerId="ADAL" clId="{C9B0F80E-9E24-4F30-A337-4C8CAFA53EB4}"/>
    <pc:docChg chg="modSld">
      <pc:chgData name="umzero" userId="b32ac6af-6a29-4de1-a711-c0ab34b463c2" providerId="ADAL" clId="{C9B0F80E-9E24-4F30-A337-4C8CAFA53EB4}" dt="2026-02-08T17:55:03.019" v="50" actId="1076"/>
      <pc:docMkLst>
        <pc:docMk/>
      </pc:docMkLst>
      <pc:sldChg chg="modSp mod">
        <pc:chgData name="umzero" userId="b32ac6af-6a29-4de1-a711-c0ab34b463c2" providerId="ADAL" clId="{C9B0F80E-9E24-4F30-A337-4C8CAFA53EB4}" dt="2026-02-08T17:55:03.019" v="50" actId="1076"/>
        <pc:sldMkLst>
          <pc:docMk/>
          <pc:sldMk cId="2539461260" sldId="260"/>
        </pc:sldMkLst>
        <pc:spChg chg="mod">
          <ac:chgData name="umzero" userId="b32ac6af-6a29-4de1-a711-c0ab34b463c2" providerId="ADAL" clId="{C9B0F80E-9E24-4F30-A337-4C8CAFA53EB4}" dt="2026-02-07T13:39:17.389" v="33" actId="1036"/>
          <ac:spMkLst>
            <pc:docMk/>
            <pc:sldMk cId="2539461260" sldId="260"/>
            <ac:spMk id="17" creationId="{DE5634C0-2309-A885-4576-2E248377E5B9}"/>
          </ac:spMkLst>
        </pc:spChg>
        <pc:spChg chg="mod">
          <ac:chgData name="umzero" userId="b32ac6af-6a29-4de1-a711-c0ab34b463c2" providerId="ADAL" clId="{C9B0F80E-9E24-4F30-A337-4C8CAFA53EB4}" dt="2026-02-08T17:54:33.614" v="47" actId="1076"/>
          <ac:spMkLst>
            <pc:docMk/>
            <pc:sldMk cId="2539461260" sldId="260"/>
            <ac:spMk id="22" creationId="{65004CC1-36EA-2FF4-5CA6-A2AE59C2AF8E}"/>
          </ac:spMkLst>
        </pc:spChg>
        <pc:spChg chg="mod">
          <ac:chgData name="umzero" userId="b32ac6af-6a29-4de1-a711-c0ab34b463c2" providerId="ADAL" clId="{C9B0F80E-9E24-4F30-A337-4C8CAFA53EB4}" dt="2026-02-08T17:54:49.793" v="48" actId="1076"/>
          <ac:spMkLst>
            <pc:docMk/>
            <pc:sldMk cId="2539461260" sldId="260"/>
            <ac:spMk id="23" creationId="{438F7E09-4EBA-6650-4A13-6167B4530C2F}"/>
          </ac:spMkLst>
        </pc:spChg>
        <pc:spChg chg="mod">
          <ac:chgData name="umzero" userId="b32ac6af-6a29-4de1-a711-c0ab34b463c2" providerId="ADAL" clId="{C9B0F80E-9E24-4F30-A337-4C8CAFA53EB4}" dt="2026-02-08T17:54:56.676" v="49" actId="1076"/>
          <ac:spMkLst>
            <pc:docMk/>
            <pc:sldMk cId="2539461260" sldId="260"/>
            <ac:spMk id="24" creationId="{12416487-19A4-38AA-70CC-377921A50D8A}"/>
          </ac:spMkLst>
        </pc:spChg>
        <pc:spChg chg="mod">
          <ac:chgData name="umzero" userId="b32ac6af-6a29-4de1-a711-c0ab34b463c2" providerId="ADAL" clId="{C9B0F80E-9E24-4F30-A337-4C8CAFA53EB4}" dt="2026-02-08T17:55:03.019" v="50" actId="1076"/>
          <ac:spMkLst>
            <pc:docMk/>
            <pc:sldMk cId="2539461260" sldId="260"/>
            <ac:spMk id="25" creationId="{4AAC70E3-15C3-F8C8-990D-AF9D829B2645}"/>
          </ac:spMkLst>
        </pc:spChg>
        <pc:picChg chg="mod">
          <ac:chgData name="umzero" userId="b32ac6af-6a29-4de1-a711-c0ab34b463c2" providerId="ADAL" clId="{C9B0F80E-9E24-4F30-A337-4C8CAFA53EB4}" dt="2026-02-07T13:39:21.249" v="34" actId="1076"/>
          <ac:picMkLst>
            <pc:docMk/>
            <pc:sldMk cId="2539461260" sldId="260"/>
            <ac:picMk id="21" creationId="{3A4FEF1C-0964-54A4-9F4E-2F702D979F9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76A4A7-A21C-672D-4C5B-C31501207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FCC7300-67B0-D4FB-6D26-D92D5574B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943FB87-D032-352D-8558-0E554BB2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CF02E-B9D2-49FF-A058-2F0F939769D8}" type="datetimeFigureOut">
              <a:rPr lang="nl-NL" smtClean="0"/>
              <a:t>7-2-2026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856420-14A9-ED79-86DF-BB72FC07A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DB886B3-E30B-0110-7E0C-33501FE5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DC9D-4A63-4CBC-B408-55A474EAA06D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7474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9B379F-696B-588E-3F6A-00451DD07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515C6B-1EA8-B770-EBEC-C076CA76A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CA0BD52-71BA-D439-4F9D-7F8A38457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CF02E-B9D2-49FF-A058-2F0F939769D8}" type="datetimeFigureOut">
              <a:rPr lang="nl-NL" smtClean="0"/>
              <a:t>7-2-2026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8A8F0CD-84F7-9523-B451-DB30DAD7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429CC47-0217-80E8-4208-53D90737E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DC9D-4A63-4CBC-B408-55A474EAA06D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1306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5F034E-F644-3760-07BC-6C28D8FE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CA457A4-29D6-4216-901B-039D3759C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F9058B-46DA-317D-1693-0891A1E42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CF02E-B9D2-49FF-A058-2F0F939769D8}" type="datetimeFigureOut">
              <a:rPr lang="nl-NL" smtClean="0"/>
              <a:t>7-2-2026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A3D1B69-29EA-6853-29C8-BF857DEC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B2D31D2-6264-45D3-6C6F-50D32602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DC9D-4A63-4CBC-B408-55A474EAA06D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439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BFF39F-27BF-9681-413E-2DFE84447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6CE8F65-F240-3E8B-3912-46D13435E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83D9861-FD2E-50E0-5C80-739D41A1F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8F20795-79B6-52F7-5882-5C533C3CB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CF02E-B9D2-49FF-A058-2F0F939769D8}" type="datetimeFigureOut">
              <a:rPr lang="nl-NL" smtClean="0"/>
              <a:t>7-2-2026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8EFC710-02A9-FED3-405A-B16C807F0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5BEC317-DE27-28D2-18D7-18A96C026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DC9D-4A63-4CBC-B408-55A474EAA06D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959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0E3EC5-67E6-E6A1-D20F-75B5198F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B5DFCE-49FF-AA7D-A8B5-2507C4BE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D00FFE4-CB37-C980-4B47-D62981DA3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8BA1CB0-C67D-0FEE-21AD-310650D11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3F6F9D4-0107-0071-F2B5-87910C684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2C2F879A-D0EC-12E0-80A1-797267DBB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CF02E-B9D2-49FF-A058-2F0F939769D8}" type="datetimeFigureOut">
              <a:rPr lang="nl-NL" smtClean="0"/>
              <a:t>7-2-2026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71C2066-6B6E-7F64-FA64-C8A1AED6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B393FBD-2A15-B689-BD01-163BFA1F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DC9D-4A63-4CBC-B408-55A474EAA06D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251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2F7CF-B494-8469-9E27-DF37E7529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AE5FDAD-89AF-F605-7CE0-F9C1B78C7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CF02E-B9D2-49FF-A058-2F0F939769D8}" type="datetimeFigureOut">
              <a:rPr lang="nl-NL" smtClean="0"/>
              <a:t>7-2-2026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2B9E2F3-5BD2-19D8-CA81-7C0F29E6E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B0EF263-8B9D-DC1B-C174-A385A54EA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DC9D-4A63-4CBC-B408-55A474EAA06D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791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A19BC95-4C42-63C4-3AD9-BFC12592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CF02E-B9D2-49FF-A058-2F0F939769D8}" type="datetimeFigureOut">
              <a:rPr lang="nl-NL" smtClean="0"/>
              <a:t>7-2-2026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8282006-FDFE-C40C-AAD1-0196E374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25CFCC1-EFED-D9BE-19BD-29C55E93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DC9D-4A63-4CBC-B408-55A474EAA06D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853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9C6768-5BE0-2262-39FF-D749F6C33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353F15-59E6-4868-324C-61FD60690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E1243C-D2B0-1B34-33A2-950DCC86D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4CC4F37-AB2A-E99C-721C-A842D0F2A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CF02E-B9D2-49FF-A058-2F0F939769D8}" type="datetimeFigureOut">
              <a:rPr lang="nl-NL" smtClean="0"/>
              <a:t>7-2-2026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6876754-2BDB-3E56-D650-130B28598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CB2CF68-46DA-90CB-55E2-38AC2D0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DC9D-4A63-4CBC-B408-55A474EAA06D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56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7D021C-1412-4B2F-90A3-D34E4709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D519AEA-94D3-08B0-DCBE-E7EC25D35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F2A359D-E5C8-F3F1-0AAF-C40979205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FF8349F-6740-1F89-FD4B-36F6E3CE6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CF02E-B9D2-49FF-A058-2F0F939769D8}" type="datetimeFigureOut">
              <a:rPr lang="nl-NL" smtClean="0"/>
              <a:t>7-2-2026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886BE76-3A86-A9E2-4BEA-3916A730D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BE13F67-F3C3-B6F6-6F0D-98633DFA4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DC9D-4A63-4CBC-B408-55A474EAA06D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0639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BC392A-266E-3636-0881-9D3B27E2F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FB46F94-E3DA-2F03-CA5B-6762E708C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95C2A1C-5F4F-7CD9-5071-852F965D4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CF02E-B9D2-49FF-A058-2F0F939769D8}" type="datetimeFigureOut">
              <a:rPr lang="nl-NL" smtClean="0"/>
              <a:t>7-2-2026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C9F4A5-154F-06F7-7DC9-2C3A3578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14D7A14-C67A-0692-42EA-64CE642F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DC9D-4A63-4CBC-B408-55A474EAA06D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4329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7D88C85-52FF-D296-9F8B-5B5D38BBA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7234B3A-5A46-ABA1-0F3D-71E0E6AE2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353087C-84EA-70DB-492B-7B387145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CF02E-B9D2-49FF-A058-2F0F939769D8}" type="datetimeFigureOut">
              <a:rPr lang="nl-NL" smtClean="0"/>
              <a:t>7-2-2026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1A3B03C-5B1E-4782-02A3-DEDB22C33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9B06C92-B3C2-71C8-7E9D-6BC2E274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DC9D-4A63-4CBC-B408-55A474EAA06D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757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D8A1655-5412-42B9-E0B6-66483B01A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B631563-B924-5AB7-1B53-6EB1BEAE8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2BD00D1-9836-6ECF-CAE1-308E4896D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CF02E-B9D2-49FF-A058-2F0F939769D8}" type="datetimeFigureOut">
              <a:rPr lang="nl-NL" smtClean="0"/>
              <a:t>7-2-2026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05FA251-0D91-C3AF-2A5C-79614F2D5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BA3FD81-61E5-ED42-536A-15FBE982E0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3DC9D-4A63-4CBC-B408-55A474EAA06D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5042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2.png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A4E6222E-1CCD-A226-CE2E-B8E416D37C98}"/>
              </a:ext>
            </a:extLst>
          </p:cNvPr>
          <p:cNvSpPr txBox="1"/>
          <p:nvPr/>
        </p:nvSpPr>
        <p:spPr>
          <a:xfrm>
            <a:off x="501445" y="324460"/>
            <a:ext cx="239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Landingspage 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96599FBC-E552-C450-289A-FE450781C841}"/>
              </a:ext>
            </a:extLst>
          </p:cNvPr>
          <p:cNvSpPr txBox="1"/>
          <p:nvPr/>
        </p:nvSpPr>
        <p:spPr>
          <a:xfrm>
            <a:off x="3907091" y="2167983"/>
            <a:ext cx="3977149" cy="113877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 </a:t>
            </a:r>
            <a:r>
              <a:rPr lang="nl-NL" dirty="0" err="1"/>
              <a:t>Welcome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online orderingportal of Piedro</a:t>
            </a:r>
          </a:p>
          <a:p>
            <a:pPr algn="ctr"/>
            <a:endParaRPr lang="nl-NL" dirty="0"/>
          </a:p>
          <a:p>
            <a:pPr algn="ctr"/>
            <a:r>
              <a:rPr lang="nl-NL" sz="1400" dirty="0" err="1"/>
              <a:t>Choose</a:t>
            </a:r>
            <a:r>
              <a:rPr lang="nl-NL" sz="1400" dirty="0"/>
              <a:t> </a:t>
            </a:r>
            <a:r>
              <a:rPr lang="nl-NL" sz="1400" dirty="0" err="1"/>
              <a:t>your</a:t>
            </a:r>
            <a:r>
              <a:rPr lang="nl-NL" sz="1400" dirty="0"/>
              <a:t> form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367D7EEA-8AB5-58DC-B01E-B6313C589648}"/>
              </a:ext>
            </a:extLst>
          </p:cNvPr>
          <p:cNvSpPr txBox="1"/>
          <p:nvPr/>
        </p:nvSpPr>
        <p:spPr>
          <a:xfrm>
            <a:off x="3068891" y="3850851"/>
            <a:ext cx="722671" cy="36933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 err="1"/>
              <a:t>Lasts</a:t>
            </a:r>
            <a:r>
              <a:rPr lang="nl-NL" dirty="0"/>
              <a:t> 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3A87804A-AD1E-B179-E240-7D6C141B9E49}"/>
              </a:ext>
            </a:extLst>
          </p:cNvPr>
          <p:cNvSpPr txBox="1"/>
          <p:nvPr/>
        </p:nvSpPr>
        <p:spPr>
          <a:xfrm>
            <a:off x="5384391" y="693792"/>
            <a:ext cx="4065638" cy="60016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nl-NL" sz="1100" dirty="0"/>
              <a:t>On </a:t>
            </a:r>
            <a:r>
              <a:rPr lang="nl-NL" sz="1100" dirty="0" err="1"/>
              <a:t>the</a:t>
            </a:r>
            <a:r>
              <a:rPr lang="nl-NL" sz="1100" dirty="0"/>
              <a:t> landingspage, </a:t>
            </a:r>
            <a:r>
              <a:rPr lang="nl-NL" sz="1100" dirty="0" err="1"/>
              <a:t>the</a:t>
            </a:r>
            <a:r>
              <a:rPr lang="nl-NL" sz="1100" dirty="0"/>
              <a:t> client has </a:t>
            </a:r>
            <a:r>
              <a:rPr lang="nl-NL" sz="1100" dirty="0" err="1"/>
              <a:t>to</a:t>
            </a:r>
            <a:r>
              <a:rPr lang="nl-NL" sz="1100" dirty="0"/>
              <a:t> make a </a:t>
            </a:r>
            <a:r>
              <a:rPr lang="nl-NL" sz="1100" dirty="0" err="1"/>
              <a:t>choice</a:t>
            </a:r>
            <a:r>
              <a:rPr lang="nl-NL" sz="1100" dirty="0"/>
              <a:t> </a:t>
            </a:r>
            <a:r>
              <a:rPr lang="nl-NL" sz="1100" dirty="0" err="1"/>
              <a:t>for</a:t>
            </a:r>
            <a:r>
              <a:rPr lang="nl-NL" sz="1100" dirty="0"/>
              <a:t> </a:t>
            </a:r>
            <a:r>
              <a:rPr lang="nl-NL" sz="1100" dirty="0" err="1"/>
              <a:t>which</a:t>
            </a:r>
            <a:r>
              <a:rPr lang="nl-NL" sz="1100" dirty="0"/>
              <a:t> option he wants </a:t>
            </a:r>
            <a:r>
              <a:rPr lang="nl-NL" sz="1100" dirty="0" err="1"/>
              <a:t>to</a:t>
            </a:r>
            <a:r>
              <a:rPr lang="nl-NL" sz="1100" dirty="0"/>
              <a:t> </a:t>
            </a:r>
            <a:r>
              <a:rPr lang="nl-NL" sz="1100" dirty="0" err="1"/>
              <a:t>choose</a:t>
            </a:r>
            <a:r>
              <a:rPr lang="nl-NL" sz="1100" dirty="0"/>
              <a:t>. </a:t>
            </a:r>
            <a:r>
              <a:rPr lang="nl-NL" sz="1100" dirty="0" err="1"/>
              <a:t>Only</a:t>
            </a:r>
            <a:r>
              <a:rPr lang="nl-NL" sz="1100" dirty="0"/>
              <a:t> </a:t>
            </a:r>
            <a:r>
              <a:rPr lang="nl-NL" sz="1100" dirty="0" err="1"/>
              <a:t>further</a:t>
            </a:r>
            <a:r>
              <a:rPr lang="nl-NL" sz="1100" dirty="0"/>
              <a:t> is </a:t>
            </a:r>
            <a:r>
              <a:rPr lang="nl-NL" sz="1100" dirty="0" err="1"/>
              <a:t>it</a:t>
            </a:r>
            <a:r>
              <a:rPr lang="nl-NL" sz="1100" dirty="0"/>
              <a:t> </a:t>
            </a:r>
            <a:r>
              <a:rPr lang="nl-NL" sz="1100" dirty="0" err="1"/>
              <a:t>where</a:t>
            </a:r>
            <a:r>
              <a:rPr lang="nl-NL" sz="1100" dirty="0"/>
              <a:t> </a:t>
            </a:r>
            <a:r>
              <a:rPr lang="nl-NL" sz="1100" dirty="0" err="1"/>
              <a:t>they</a:t>
            </a:r>
            <a:r>
              <a:rPr lang="nl-NL" sz="1100" dirty="0"/>
              <a:t> </a:t>
            </a:r>
            <a:r>
              <a:rPr lang="nl-NL" sz="1100" dirty="0" err="1"/>
              <a:t>choose</a:t>
            </a:r>
            <a:r>
              <a:rPr lang="nl-NL" sz="1100" dirty="0"/>
              <a:t> men or </a:t>
            </a:r>
            <a:r>
              <a:rPr lang="nl-NL" sz="1100" dirty="0" err="1"/>
              <a:t>woman</a:t>
            </a:r>
            <a:endParaRPr lang="nl-NL" sz="1100" dirty="0"/>
          </a:p>
        </p:txBody>
      </p:sp>
      <p:pic>
        <p:nvPicPr>
          <p:cNvPr id="32" name="Afbeelding 31">
            <a:extLst>
              <a:ext uri="{FF2B5EF4-FFF2-40B4-BE49-F238E27FC236}">
                <a16:creationId xmlns:a16="http://schemas.microsoft.com/office/drawing/2014/main" id="{48C7CF67-367D-0727-C8EA-CA1A5B332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35" y="307913"/>
            <a:ext cx="815411" cy="617273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4B9C8596-850A-9E37-4879-4E51E78F88A3}"/>
              </a:ext>
            </a:extLst>
          </p:cNvPr>
          <p:cNvSpPr txBox="1"/>
          <p:nvPr/>
        </p:nvSpPr>
        <p:spPr>
          <a:xfrm>
            <a:off x="5469193" y="4433962"/>
            <a:ext cx="1160207" cy="36933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 err="1"/>
              <a:t>bottom</a:t>
            </a:r>
            <a:r>
              <a:rPr lang="nl-NL" dirty="0"/>
              <a:t> 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90C15025-E43E-652D-BA03-428833D43168}"/>
              </a:ext>
            </a:extLst>
          </p:cNvPr>
          <p:cNvSpPr txBox="1"/>
          <p:nvPr/>
        </p:nvSpPr>
        <p:spPr>
          <a:xfrm>
            <a:off x="3068891" y="4433962"/>
            <a:ext cx="1676400" cy="36933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 err="1"/>
              <a:t>Supplements</a:t>
            </a:r>
            <a:r>
              <a:rPr lang="nl-NL" dirty="0"/>
              <a:t> 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BF58CCEB-9F48-5704-1689-99114FD1693E}"/>
              </a:ext>
            </a:extLst>
          </p:cNvPr>
          <p:cNvSpPr txBox="1"/>
          <p:nvPr/>
        </p:nvSpPr>
        <p:spPr>
          <a:xfrm>
            <a:off x="5469193" y="3833646"/>
            <a:ext cx="1676400" cy="36933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 err="1"/>
              <a:t>Upper</a:t>
            </a:r>
            <a:r>
              <a:rPr lang="nl-NL" dirty="0"/>
              <a:t> 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190F8E39-A166-B20F-FA8A-B985F9364ACF}"/>
              </a:ext>
            </a:extLst>
          </p:cNvPr>
          <p:cNvSpPr txBox="1"/>
          <p:nvPr/>
        </p:nvSpPr>
        <p:spPr>
          <a:xfrm>
            <a:off x="7565922" y="3850851"/>
            <a:ext cx="1676400" cy="36933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 err="1"/>
              <a:t>Lining</a:t>
            </a:r>
            <a:r>
              <a:rPr lang="nl-NL" dirty="0"/>
              <a:t> </a:t>
            </a:r>
            <a:r>
              <a:rPr lang="nl-NL" dirty="0" err="1"/>
              <a:t>shoes</a:t>
            </a:r>
            <a:endParaRPr lang="nl-NL" dirty="0"/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9A816093-1A88-D72A-98E5-935146D765F8}"/>
              </a:ext>
            </a:extLst>
          </p:cNvPr>
          <p:cNvSpPr txBox="1"/>
          <p:nvPr/>
        </p:nvSpPr>
        <p:spPr>
          <a:xfrm>
            <a:off x="259019" y="3814639"/>
            <a:ext cx="1828800" cy="553998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Checboxes</a:t>
            </a:r>
            <a:r>
              <a:rPr lang="nl-NL" sz="1000" dirty="0"/>
              <a:t>: </a:t>
            </a:r>
            <a:r>
              <a:rPr lang="nl-NL" sz="1000" dirty="0" err="1"/>
              <a:t>When</a:t>
            </a:r>
            <a:r>
              <a:rPr lang="nl-NL" sz="1000" dirty="0"/>
              <a:t> </a:t>
            </a:r>
            <a:r>
              <a:rPr lang="nl-NL" sz="1000" dirty="0" err="1"/>
              <a:t>chekbox</a:t>
            </a:r>
            <a:r>
              <a:rPr lang="nl-NL" sz="1000" dirty="0"/>
              <a:t> is </a:t>
            </a:r>
            <a:r>
              <a:rPr lang="nl-NL" sz="1000" dirty="0" err="1"/>
              <a:t>clicked</a:t>
            </a:r>
            <a:r>
              <a:rPr lang="nl-NL" sz="1000" dirty="0"/>
              <a:t> </a:t>
            </a:r>
            <a:r>
              <a:rPr lang="nl-NL" sz="1000" dirty="0" err="1"/>
              <a:t>then</a:t>
            </a:r>
            <a:r>
              <a:rPr lang="nl-NL" sz="1000" dirty="0"/>
              <a:t> open in order 1,2,3,4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7EBAB5C7-5C15-0DD7-5C12-DEFACAB7D246}"/>
              </a:ext>
            </a:extLst>
          </p:cNvPr>
          <p:cNvSpPr txBox="1"/>
          <p:nvPr/>
        </p:nvSpPr>
        <p:spPr>
          <a:xfrm>
            <a:off x="2759789" y="3850851"/>
            <a:ext cx="245807" cy="24622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1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65D9A7C4-622F-C934-6D89-F5E18476C9D1}"/>
              </a:ext>
            </a:extLst>
          </p:cNvPr>
          <p:cNvSpPr txBox="1"/>
          <p:nvPr/>
        </p:nvSpPr>
        <p:spPr>
          <a:xfrm>
            <a:off x="2759788" y="4415716"/>
            <a:ext cx="245807" cy="24622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2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16CCD0F-2EE1-EFFD-7BE0-CD8DCF3A0BAB}"/>
              </a:ext>
            </a:extLst>
          </p:cNvPr>
          <p:cNvSpPr txBox="1"/>
          <p:nvPr/>
        </p:nvSpPr>
        <p:spPr>
          <a:xfrm>
            <a:off x="5161936" y="4433962"/>
            <a:ext cx="245807" cy="24622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3</a:t>
            </a:r>
          </a:p>
        </p:txBody>
      </p:sp>
      <p:sp>
        <p:nvSpPr>
          <p:cNvPr id="30" name="Tekstvak 29">
            <a:extLst>
              <a:ext uri="{FF2B5EF4-FFF2-40B4-BE49-F238E27FC236}">
                <a16:creationId xmlns:a16="http://schemas.microsoft.com/office/drawing/2014/main" id="{FEE2FFB8-DA94-88D5-B550-4666F6CA3BEE}"/>
              </a:ext>
            </a:extLst>
          </p:cNvPr>
          <p:cNvSpPr txBox="1"/>
          <p:nvPr/>
        </p:nvSpPr>
        <p:spPr>
          <a:xfrm>
            <a:off x="7294306" y="3845417"/>
            <a:ext cx="245807" cy="24622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4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C6482B6A-BAC8-47C0-9A2D-3CE4D3DD6030}"/>
              </a:ext>
            </a:extLst>
          </p:cNvPr>
          <p:cNvSpPr txBox="1"/>
          <p:nvPr/>
        </p:nvSpPr>
        <p:spPr>
          <a:xfrm>
            <a:off x="5192660" y="3845417"/>
            <a:ext cx="245807" cy="24622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2</a:t>
            </a:r>
          </a:p>
        </p:txBody>
      </p:sp>
      <p:cxnSp>
        <p:nvCxnSpPr>
          <p:cNvPr id="33" name="Rechte verbindingslijn met pijl 32">
            <a:extLst>
              <a:ext uri="{FF2B5EF4-FFF2-40B4-BE49-F238E27FC236}">
                <a16:creationId xmlns:a16="http://schemas.microsoft.com/office/drawing/2014/main" id="{2FB23091-2C92-F25B-C878-33A00AA703BE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2087819" y="3973962"/>
            <a:ext cx="671970" cy="117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3438ADF3-D29D-0063-F099-3B2F563785F2}"/>
              </a:ext>
            </a:extLst>
          </p:cNvPr>
          <p:cNvCxnSpPr>
            <a:cxnSpLocks/>
            <a:stCxn id="22" idx="3"/>
            <a:endCxn id="31" idx="1"/>
          </p:cNvCxnSpPr>
          <p:nvPr/>
        </p:nvCxnSpPr>
        <p:spPr>
          <a:xfrm flipV="1">
            <a:off x="2087819" y="3968528"/>
            <a:ext cx="3104841" cy="123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AA54C149-66CF-D4FD-C320-A80477618498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2087819" y="3968528"/>
            <a:ext cx="5206487" cy="123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>
            <a:extLst>
              <a:ext uri="{FF2B5EF4-FFF2-40B4-BE49-F238E27FC236}">
                <a16:creationId xmlns:a16="http://schemas.microsoft.com/office/drawing/2014/main" id="{D6896854-1C51-4057-15DB-7F817BDD8228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2087819" y="4091638"/>
            <a:ext cx="671969" cy="447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Rechte verbindingslijn met pijl 44">
            <a:extLst>
              <a:ext uri="{FF2B5EF4-FFF2-40B4-BE49-F238E27FC236}">
                <a16:creationId xmlns:a16="http://schemas.microsoft.com/office/drawing/2014/main" id="{B795FEF7-9328-5F50-9F70-1E9D58252F23}"/>
              </a:ext>
            </a:extLst>
          </p:cNvPr>
          <p:cNvCxnSpPr>
            <a:cxnSpLocks/>
            <a:stCxn id="22" idx="3"/>
            <a:endCxn id="25" idx="1"/>
          </p:cNvCxnSpPr>
          <p:nvPr/>
        </p:nvCxnSpPr>
        <p:spPr>
          <a:xfrm>
            <a:off x="2087819" y="4091638"/>
            <a:ext cx="3074117" cy="465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530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9F2693BF-B17D-3894-CEFC-4CFEB544C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132" y="435541"/>
            <a:ext cx="3215919" cy="4138019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3269B9C5-A694-227C-75FF-7E1AD000C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153" y="612264"/>
            <a:ext cx="1348857" cy="4206605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0996CB78-EC23-CA15-E3BD-2A8F24B1C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755" y="2251394"/>
            <a:ext cx="3208298" cy="2956816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329E035F-479C-54A3-DC6E-399E913A66C5}"/>
              </a:ext>
            </a:extLst>
          </p:cNvPr>
          <p:cNvSpPr/>
          <p:nvPr/>
        </p:nvSpPr>
        <p:spPr>
          <a:xfrm>
            <a:off x="1103473" y="327386"/>
            <a:ext cx="3215919" cy="8406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1F020CBC-9102-FF61-ADE4-DC7A3F459054}"/>
              </a:ext>
            </a:extLst>
          </p:cNvPr>
          <p:cNvSpPr/>
          <p:nvPr/>
        </p:nvSpPr>
        <p:spPr>
          <a:xfrm>
            <a:off x="1182132" y="1671484"/>
            <a:ext cx="2013352" cy="31473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C68E46D9-AE9F-8725-5C5E-D5C09AC9704A}"/>
              </a:ext>
            </a:extLst>
          </p:cNvPr>
          <p:cNvSpPr/>
          <p:nvPr/>
        </p:nvSpPr>
        <p:spPr>
          <a:xfrm>
            <a:off x="4919153" y="435541"/>
            <a:ext cx="1123908" cy="45357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C9893C8D-B85F-5567-AA33-36CBEE979D28}"/>
              </a:ext>
            </a:extLst>
          </p:cNvPr>
          <p:cNvSpPr/>
          <p:nvPr/>
        </p:nvSpPr>
        <p:spPr>
          <a:xfrm>
            <a:off x="6985003" y="2014452"/>
            <a:ext cx="1123908" cy="29568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3ADFB1E-CC39-8D64-C689-A1E0BBA9A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9868" y="303627"/>
            <a:ext cx="815411" cy="617273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613F623B-633E-0362-CB88-E4A3408997B3}"/>
              </a:ext>
            </a:extLst>
          </p:cNvPr>
          <p:cNvSpPr/>
          <p:nvPr/>
        </p:nvSpPr>
        <p:spPr>
          <a:xfrm>
            <a:off x="9556955" y="4729316"/>
            <a:ext cx="788746" cy="3943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3464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43E22C91-F0E6-50A1-D5E8-1EFDBB857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" y="857027"/>
            <a:ext cx="6046994" cy="2571973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7C0E79DF-36DB-8C01-4889-679C2F83F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13" y="3746929"/>
            <a:ext cx="6046994" cy="922554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2AC30E6B-96AF-569B-15BD-0ABF1A4B13D5}"/>
              </a:ext>
            </a:extLst>
          </p:cNvPr>
          <p:cNvSpPr/>
          <p:nvPr/>
        </p:nvSpPr>
        <p:spPr>
          <a:xfrm>
            <a:off x="186813" y="857026"/>
            <a:ext cx="5909187" cy="327252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Rechthoek 27">
            <a:extLst>
              <a:ext uri="{FF2B5EF4-FFF2-40B4-BE49-F238E27FC236}">
                <a16:creationId xmlns:a16="http://schemas.microsoft.com/office/drawing/2014/main" id="{A9087ACB-CCB8-0281-E611-1541C2717C2E}"/>
              </a:ext>
            </a:extLst>
          </p:cNvPr>
          <p:cNvSpPr/>
          <p:nvPr/>
        </p:nvSpPr>
        <p:spPr>
          <a:xfrm flipV="1">
            <a:off x="186813" y="4208206"/>
            <a:ext cx="5909187" cy="6194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0" name="Afbeelding 29">
            <a:extLst>
              <a:ext uri="{FF2B5EF4-FFF2-40B4-BE49-F238E27FC236}">
                <a16:creationId xmlns:a16="http://schemas.microsoft.com/office/drawing/2014/main" id="{13AE7E04-09CD-E3D5-214B-89B2F2F46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116" y="3991893"/>
            <a:ext cx="851131" cy="1327360"/>
          </a:xfrm>
          <a:prstGeom prst="rect">
            <a:avLst/>
          </a:prstGeom>
        </p:spPr>
      </p:pic>
      <p:sp>
        <p:nvSpPr>
          <p:cNvPr id="31" name="Rechthoek 30">
            <a:extLst>
              <a:ext uri="{FF2B5EF4-FFF2-40B4-BE49-F238E27FC236}">
                <a16:creationId xmlns:a16="http://schemas.microsoft.com/office/drawing/2014/main" id="{50DDEBA8-CEED-1733-CC96-DFBD24BF3818}"/>
              </a:ext>
            </a:extLst>
          </p:cNvPr>
          <p:cNvSpPr/>
          <p:nvPr/>
        </p:nvSpPr>
        <p:spPr>
          <a:xfrm>
            <a:off x="7727116" y="3991893"/>
            <a:ext cx="851132" cy="47195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1F3E28EA-AF65-A121-C372-B76FDE0F4849}"/>
              </a:ext>
            </a:extLst>
          </p:cNvPr>
          <p:cNvSpPr/>
          <p:nvPr/>
        </p:nvSpPr>
        <p:spPr>
          <a:xfrm flipV="1">
            <a:off x="7727116" y="4517921"/>
            <a:ext cx="851131" cy="8013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EE90DBBC-27EF-EB13-AC91-19C36A47A718}"/>
              </a:ext>
            </a:extLst>
          </p:cNvPr>
          <p:cNvSpPr txBox="1"/>
          <p:nvPr/>
        </p:nvSpPr>
        <p:spPr>
          <a:xfrm>
            <a:off x="9026019" y="4780088"/>
            <a:ext cx="2133600" cy="27699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NL" sz="1200" dirty="0"/>
              <a:t>Move </a:t>
            </a:r>
            <a:r>
              <a:rPr lang="nl-NL" sz="1200" dirty="0" err="1"/>
              <a:t>to</a:t>
            </a:r>
            <a:r>
              <a:rPr lang="nl-NL" sz="1200" dirty="0"/>
              <a:t> </a:t>
            </a:r>
            <a:r>
              <a:rPr lang="nl-NL" sz="1200" dirty="0" err="1"/>
              <a:t>lasts</a:t>
            </a:r>
            <a:r>
              <a:rPr lang="nl-NL" sz="1200" dirty="0"/>
              <a:t> form</a:t>
            </a:r>
          </a:p>
        </p:txBody>
      </p: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E4976825-49F4-B439-CB5F-15418766C016}"/>
              </a:ext>
            </a:extLst>
          </p:cNvPr>
          <p:cNvCxnSpPr>
            <a:cxnSpLocks/>
          </p:cNvCxnSpPr>
          <p:nvPr/>
        </p:nvCxnSpPr>
        <p:spPr>
          <a:xfrm>
            <a:off x="11159619" y="422784"/>
            <a:ext cx="39225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E570659E-0B4A-AD07-2623-A453CE7F05AF}"/>
              </a:ext>
            </a:extLst>
          </p:cNvPr>
          <p:cNvCxnSpPr>
            <a:cxnSpLocks/>
          </p:cNvCxnSpPr>
          <p:nvPr/>
        </p:nvCxnSpPr>
        <p:spPr>
          <a:xfrm>
            <a:off x="11159619" y="535855"/>
            <a:ext cx="3922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572F2AED-6D55-62DC-B55F-491097D459A5}"/>
              </a:ext>
            </a:extLst>
          </p:cNvPr>
          <p:cNvCxnSpPr>
            <a:cxnSpLocks/>
          </p:cNvCxnSpPr>
          <p:nvPr/>
        </p:nvCxnSpPr>
        <p:spPr>
          <a:xfrm>
            <a:off x="11159619" y="668591"/>
            <a:ext cx="39225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38">
            <a:extLst>
              <a:ext uri="{FF2B5EF4-FFF2-40B4-BE49-F238E27FC236}">
                <a16:creationId xmlns:a16="http://schemas.microsoft.com/office/drawing/2014/main" id="{7C7CD92A-2E4D-5468-1997-617420EAEA9F}"/>
              </a:ext>
            </a:extLst>
          </p:cNvPr>
          <p:cNvCxnSpPr>
            <a:cxnSpLocks/>
          </p:cNvCxnSpPr>
          <p:nvPr/>
        </p:nvCxnSpPr>
        <p:spPr>
          <a:xfrm>
            <a:off x="11159619" y="781662"/>
            <a:ext cx="392251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kstvak 39">
            <a:extLst>
              <a:ext uri="{FF2B5EF4-FFF2-40B4-BE49-F238E27FC236}">
                <a16:creationId xmlns:a16="http://schemas.microsoft.com/office/drawing/2014/main" id="{B06897CA-AD4F-7243-69D8-A93DF144DA72}"/>
              </a:ext>
            </a:extLst>
          </p:cNvPr>
          <p:cNvSpPr txBox="1"/>
          <p:nvPr/>
        </p:nvSpPr>
        <p:spPr>
          <a:xfrm>
            <a:off x="11502707" y="293373"/>
            <a:ext cx="20451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dirty="0" err="1"/>
              <a:t>Stay</a:t>
            </a:r>
            <a:endParaRPr lang="nl-NL" sz="800" dirty="0"/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21CB6277-C526-649B-5401-8D8EA43294EA}"/>
              </a:ext>
            </a:extLst>
          </p:cNvPr>
          <p:cNvSpPr txBox="1"/>
          <p:nvPr/>
        </p:nvSpPr>
        <p:spPr>
          <a:xfrm>
            <a:off x="11551870" y="417028"/>
            <a:ext cx="20451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dirty="0"/>
              <a:t>Go</a:t>
            </a:r>
          </a:p>
        </p:txBody>
      </p:sp>
      <p:sp>
        <p:nvSpPr>
          <p:cNvPr id="42" name="Tekstvak 41">
            <a:extLst>
              <a:ext uri="{FF2B5EF4-FFF2-40B4-BE49-F238E27FC236}">
                <a16:creationId xmlns:a16="http://schemas.microsoft.com/office/drawing/2014/main" id="{FD46263A-DB64-2D49-BB7A-3EA0CF4AD82E}"/>
              </a:ext>
            </a:extLst>
          </p:cNvPr>
          <p:cNvSpPr txBox="1"/>
          <p:nvPr/>
        </p:nvSpPr>
        <p:spPr>
          <a:xfrm>
            <a:off x="11513580" y="521103"/>
            <a:ext cx="20451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dirty="0"/>
              <a:t>New</a:t>
            </a:r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4276B944-7030-E67B-12C8-CDADF47B5467}"/>
              </a:ext>
            </a:extLst>
          </p:cNvPr>
          <p:cNvSpPr txBox="1"/>
          <p:nvPr/>
        </p:nvSpPr>
        <p:spPr>
          <a:xfrm>
            <a:off x="11498831" y="663667"/>
            <a:ext cx="20451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dirty="0"/>
              <a:t>Move</a:t>
            </a:r>
          </a:p>
        </p:txBody>
      </p:sp>
      <p:pic>
        <p:nvPicPr>
          <p:cNvPr id="51" name="Afbeelding 50">
            <a:extLst>
              <a:ext uri="{FF2B5EF4-FFF2-40B4-BE49-F238E27FC236}">
                <a16:creationId xmlns:a16="http://schemas.microsoft.com/office/drawing/2014/main" id="{A4AC9C0A-99AF-A4AB-779C-EA4FD76E3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7116" y="5581952"/>
            <a:ext cx="2133600" cy="623087"/>
          </a:xfrm>
          <a:prstGeom prst="rect">
            <a:avLst/>
          </a:prstGeom>
        </p:spPr>
      </p:pic>
      <p:sp>
        <p:nvSpPr>
          <p:cNvPr id="52" name="Rechthoek 51">
            <a:extLst>
              <a:ext uri="{FF2B5EF4-FFF2-40B4-BE49-F238E27FC236}">
                <a16:creationId xmlns:a16="http://schemas.microsoft.com/office/drawing/2014/main" id="{E19C307D-18A5-99B3-6FFF-44F3201213AE}"/>
              </a:ext>
            </a:extLst>
          </p:cNvPr>
          <p:cNvSpPr/>
          <p:nvPr/>
        </p:nvSpPr>
        <p:spPr>
          <a:xfrm flipV="1">
            <a:off x="7727116" y="5373329"/>
            <a:ext cx="2133600" cy="8013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3" name="Tekstvak 52">
            <a:extLst>
              <a:ext uri="{FF2B5EF4-FFF2-40B4-BE49-F238E27FC236}">
                <a16:creationId xmlns:a16="http://schemas.microsoft.com/office/drawing/2014/main" id="{A77627B1-2810-F8D9-1594-0986546556E8}"/>
              </a:ext>
            </a:extLst>
          </p:cNvPr>
          <p:cNvSpPr txBox="1"/>
          <p:nvPr/>
        </p:nvSpPr>
        <p:spPr>
          <a:xfrm>
            <a:off x="6649924" y="2816087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/>
              <a:t>Default pair, </a:t>
            </a:r>
            <a:r>
              <a:rPr lang="nl-NL" sz="1200" dirty="0" err="1"/>
              <a:t>you</a:t>
            </a:r>
            <a:r>
              <a:rPr lang="nl-NL" sz="1200" dirty="0"/>
              <a:t> </a:t>
            </a:r>
            <a:r>
              <a:rPr lang="nl-NL" sz="1200" dirty="0" err="1"/>
              <a:t>can</a:t>
            </a:r>
            <a:r>
              <a:rPr lang="nl-NL" sz="1200" dirty="0"/>
              <a:t> </a:t>
            </a:r>
            <a:r>
              <a:rPr lang="nl-NL" sz="1200" dirty="0" err="1"/>
              <a:t>choose</a:t>
            </a:r>
            <a:r>
              <a:rPr lang="nl-NL" sz="1200" dirty="0"/>
              <a:t> </a:t>
            </a:r>
            <a:r>
              <a:rPr lang="nl-NL" sz="1200" dirty="0" err="1"/>
              <a:t>for</a:t>
            </a:r>
            <a:r>
              <a:rPr lang="nl-NL" sz="1200" dirty="0"/>
              <a:t> </a:t>
            </a:r>
            <a:r>
              <a:rPr lang="nl-NL" sz="1200" dirty="0" err="1"/>
              <a:t>one</a:t>
            </a:r>
            <a:r>
              <a:rPr lang="nl-NL" sz="1200" dirty="0"/>
              <a:t> side</a:t>
            </a:r>
          </a:p>
        </p:txBody>
      </p:sp>
      <p:sp>
        <p:nvSpPr>
          <p:cNvPr id="54" name="Rechthoek 53">
            <a:extLst>
              <a:ext uri="{FF2B5EF4-FFF2-40B4-BE49-F238E27FC236}">
                <a16:creationId xmlns:a16="http://schemas.microsoft.com/office/drawing/2014/main" id="{F37974B7-CA72-1886-F150-5D9B68B11DDC}"/>
              </a:ext>
            </a:extLst>
          </p:cNvPr>
          <p:cNvSpPr/>
          <p:nvPr/>
        </p:nvSpPr>
        <p:spPr>
          <a:xfrm>
            <a:off x="6708923" y="2825918"/>
            <a:ext cx="1962804" cy="4518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56" name="Rechte verbindingslijn met pijl 55">
            <a:extLst>
              <a:ext uri="{FF2B5EF4-FFF2-40B4-BE49-F238E27FC236}">
                <a16:creationId xmlns:a16="http://schemas.microsoft.com/office/drawing/2014/main" id="{53549B43-B414-93FA-BDC1-C42579CC8EA4}"/>
              </a:ext>
            </a:extLst>
          </p:cNvPr>
          <p:cNvCxnSpPr>
            <a:cxnSpLocks/>
          </p:cNvCxnSpPr>
          <p:nvPr/>
        </p:nvCxnSpPr>
        <p:spPr>
          <a:xfrm flipH="1">
            <a:off x="613322" y="3093086"/>
            <a:ext cx="6095601" cy="940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kstvak 59">
            <a:extLst>
              <a:ext uri="{FF2B5EF4-FFF2-40B4-BE49-F238E27FC236}">
                <a16:creationId xmlns:a16="http://schemas.microsoft.com/office/drawing/2014/main" id="{7DAF147B-AD3E-3B94-41FA-84253FDD0DC9}"/>
              </a:ext>
            </a:extLst>
          </p:cNvPr>
          <p:cNvSpPr txBox="1"/>
          <p:nvPr/>
        </p:nvSpPr>
        <p:spPr>
          <a:xfrm>
            <a:off x="422787" y="259493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General information</a:t>
            </a:r>
          </a:p>
        </p:txBody>
      </p:sp>
      <p:sp>
        <p:nvSpPr>
          <p:cNvPr id="61" name="Rechthoek 60">
            <a:extLst>
              <a:ext uri="{FF2B5EF4-FFF2-40B4-BE49-F238E27FC236}">
                <a16:creationId xmlns:a16="http://schemas.microsoft.com/office/drawing/2014/main" id="{1971636A-119F-9E87-C043-BFA9D5B4CE9E}"/>
              </a:ext>
            </a:extLst>
          </p:cNvPr>
          <p:cNvSpPr/>
          <p:nvPr/>
        </p:nvSpPr>
        <p:spPr>
          <a:xfrm>
            <a:off x="422787" y="293373"/>
            <a:ext cx="2143432" cy="3354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" name="Rechte verbindingslijn met pijl 1">
            <a:extLst>
              <a:ext uri="{FF2B5EF4-FFF2-40B4-BE49-F238E27FC236}">
                <a16:creationId xmlns:a16="http://schemas.microsoft.com/office/drawing/2014/main" id="{E051BD3C-A9DF-FD47-33BD-6984CFFA6DB4}"/>
              </a:ext>
            </a:extLst>
          </p:cNvPr>
          <p:cNvCxnSpPr>
            <a:cxnSpLocks/>
            <a:stCxn id="33" idx="1"/>
            <a:endCxn id="32" idx="3"/>
          </p:cNvCxnSpPr>
          <p:nvPr/>
        </p:nvCxnSpPr>
        <p:spPr>
          <a:xfrm flipH="1" flipV="1">
            <a:off x="8578247" y="4918587"/>
            <a:ext cx="4477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4C79C07D-EF9A-69B6-1474-F2E632C76954}"/>
              </a:ext>
            </a:extLst>
          </p:cNvPr>
          <p:cNvCxnSpPr>
            <a:cxnSpLocks/>
            <a:stCxn id="33" idx="2"/>
            <a:endCxn id="52" idx="3"/>
          </p:cNvCxnSpPr>
          <p:nvPr/>
        </p:nvCxnSpPr>
        <p:spPr>
          <a:xfrm flipH="1">
            <a:off x="9860716" y="5057087"/>
            <a:ext cx="232103" cy="716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619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FA10E-E398-C33B-8BB3-76F3964A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Rechte verbindingslijn met pijl 52">
            <a:extLst>
              <a:ext uri="{FF2B5EF4-FFF2-40B4-BE49-F238E27FC236}">
                <a16:creationId xmlns:a16="http://schemas.microsoft.com/office/drawing/2014/main" id="{9BD10363-FCE7-373E-A483-8AF1635FDCA7}"/>
              </a:ext>
            </a:extLst>
          </p:cNvPr>
          <p:cNvCxnSpPr>
            <a:cxnSpLocks/>
            <a:stCxn id="9" idx="2"/>
            <a:endCxn id="48" idx="0"/>
          </p:cNvCxnSpPr>
          <p:nvPr/>
        </p:nvCxnSpPr>
        <p:spPr>
          <a:xfrm flipH="1">
            <a:off x="7135425" y="2708346"/>
            <a:ext cx="632059" cy="1317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>
            <a:extLst>
              <a:ext uri="{FF2B5EF4-FFF2-40B4-BE49-F238E27FC236}">
                <a16:creationId xmlns:a16="http://schemas.microsoft.com/office/drawing/2014/main" id="{A7808637-8606-0F6F-3F46-84FABC36C6C7}"/>
              </a:ext>
            </a:extLst>
          </p:cNvPr>
          <p:cNvSpPr txBox="1"/>
          <p:nvPr/>
        </p:nvSpPr>
        <p:spPr>
          <a:xfrm>
            <a:off x="6444647" y="1954446"/>
            <a:ext cx="26796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Change </a:t>
            </a:r>
            <a:r>
              <a:rPr lang="nl-NL" sz="1000" dirty="0" err="1"/>
              <a:t>to</a:t>
            </a:r>
            <a:r>
              <a:rPr lang="nl-NL" sz="1000" dirty="0"/>
              <a:t> sample below</a:t>
            </a:r>
          </a:p>
        </p:txBody>
      </p: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6342EDE2-2DC3-AE75-D2C4-6C577F5E826C}"/>
              </a:ext>
            </a:extLst>
          </p:cNvPr>
          <p:cNvCxnSpPr>
            <a:cxnSpLocks/>
          </p:cNvCxnSpPr>
          <p:nvPr/>
        </p:nvCxnSpPr>
        <p:spPr>
          <a:xfrm>
            <a:off x="11159619" y="422784"/>
            <a:ext cx="39225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220AD297-A704-9A2A-E191-A7319BDFDD85}"/>
              </a:ext>
            </a:extLst>
          </p:cNvPr>
          <p:cNvCxnSpPr>
            <a:cxnSpLocks/>
          </p:cNvCxnSpPr>
          <p:nvPr/>
        </p:nvCxnSpPr>
        <p:spPr>
          <a:xfrm>
            <a:off x="11159619" y="535855"/>
            <a:ext cx="3922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C4B8B238-5742-1869-A673-F51F62907673}"/>
              </a:ext>
            </a:extLst>
          </p:cNvPr>
          <p:cNvCxnSpPr>
            <a:cxnSpLocks/>
          </p:cNvCxnSpPr>
          <p:nvPr/>
        </p:nvCxnSpPr>
        <p:spPr>
          <a:xfrm>
            <a:off x="11159619" y="668591"/>
            <a:ext cx="39225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38">
            <a:extLst>
              <a:ext uri="{FF2B5EF4-FFF2-40B4-BE49-F238E27FC236}">
                <a16:creationId xmlns:a16="http://schemas.microsoft.com/office/drawing/2014/main" id="{FAD3D015-6933-097A-8EB9-DFF5740E4516}"/>
              </a:ext>
            </a:extLst>
          </p:cNvPr>
          <p:cNvCxnSpPr>
            <a:cxnSpLocks/>
          </p:cNvCxnSpPr>
          <p:nvPr/>
        </p:nvCxnSpPr>
        <p:spPr>
          <a:xfrm>
            <a:off x="11159619" y="781662"/>
            <a:ext cx="392251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kstvak 39">
            <a:extLst>
              <a:ext uri="{FF2B5EF4-FFF2-40B4-BE49-F238E27FC236}">
                <a16:creationId xmlns:a16="http://schemas.microsoft.com/office/drawing/2014/main" id="{B1BF70D9-C57F-C798-B886-EEE2AB2C9FC8}"/>
              </a:ext>
            </a:extLst>
          </p:cNvPr>
          <p:cNvSpPr txBox="1"/>
          <p:nvPr/>
        </p:nvSpPr>
        <p:spPr>
          <a:xfrm>
            <a:off x="11502707" y="293373"/>
            <a:ext cx="20451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dirty="0" err="1"/>
              <a:t>Stay</a:t>
            </a:r>
            <a:endParaRPr lang="nl-NL" sz="800" dirty="0"/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A1CF3EAE-3878-9015-67AF-F68EB4EDD64C}"/>
              </a:ext>
            </a:extLst>
          </p:cNvPr>
          <p:cNvSpPr txBox="1"/>
          <p:nvPr/>
        </p:nvSpPr>
        <p:spPr>
          <a:xfrm>
            <a:off x="11551870" y="417028"/>
            <a:ext cx="20451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dirty="0"/>
              <a:t>Go</a:t>
            </a:r>
          </a:p>
        </p:txBody>
      </p:sp>
      <p:sp>
        <p:nvSpPr>
          <p:cNvPr id="42" name="Tekstvak 41">
            <a:extLst>
              <a:ext uri="{FF2B5EF4-FFF2-40B4-BE49-F238E27FC236}">
                <a16:creationId xmlns:a16="http://schemas.microsoft.com/office/drawing/2014/main" id="{EAEFC93E-3AE3-5EF9-96CD-2D4388CC054B}"/>
              </a:ext>
            </a:extLst>
          </p:cNvPr>
          <p:cNvSpPr txBox="1"/>
          <p:nvPr/>
        </p:nvSpPr>
        <p:spPr>
          <a:xfrm>
            <a:off x="11513580" y="521103"/>
            <a:ext cx="20451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dirty="0"/>
              <a:t>New</a:t>
            </a:r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C5CA0CDD-BF02-6245-131E-F08EE367B637}"/>
              </a:ext>
            </a:extLst>
          </p:cNvPr>
          <p:cNvSpPr txBox="1"/>
          <p:nvPr/>
        </p:nvSpPr>
        <p:spPr>
          <a:xfrm>
            <a:off x="11498831" y="663667"/>
            <a:ext cx="20451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dirty="0"/>
              <a:t>Move</a:t>
            </a:r>
          </a:p>
        </p:txBody>
      </p:sp>
      <p:sp>
        <p:nvSpPr>
          <p:cNvPr id="49" name="Rechthoek 48">
            <a:extLst>
              <a:ext uri="{FF2B5EF4-FFF2-40B4-BE49-F238E27FC236}">
                <a16:creationId xmlns:a16="http://schemas.microsoft.com/office/drawing/2014/main" id="{AD291CD2-01CC-A634-D9C2-D95A6FC20614}"/>
              </a:ext>
            </a:extLst>
          </p:cNvPr>
          <p:cNvSpPr/>
          <p:nvPr/>
        </p:nvSpPr>
        <p:spPr>
          <a:xfrm>
            <a:off x="6399201" y="1945493"/>
            <a:ext cx="2882451" cy="2551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1AFFEFC0-0362-4A57-E321-512B65EC7672}"/>
              </a:ext>
            </a:extLst>
          </p:cNvPr>
          <p:cNvSpPr txBox="1"/>
          <p:nvPr/>
        </p:nvSpPr>
        <p:spPr>
          <a:xfrm>
            <a:off x="422787" y="259493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Lasts</a:t>
            </a:r>
            <a:r>
              <a:rPr lang="nl-NL" dirty="0"/>
              <a:t> form </a:t>
            </a:r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4DFECB30-F920-012E-5FA9-E14334BD91FC}"/>
              </a:ext>
            </a:extLst>
          </p:cNvPr>
          <p:cNvSpPr/>
          <p:nvPr/>
        </p:nvSpPr>
        <p:spPr>
          <a:xfrm>
            <a:off x="422787" y="310574"/>
            <a:ext cx="2300748" cy="353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13D7C3C-30AE-7109-EA80-FDCDF1976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29" y="1029928"/>
            <a:ext cx="5875529" cy="2229043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1C3D2EE3-014F-ECBF-5E62-2739B2C40831}"/>
              </a:ext>
            </a:extLst>
          </p:cNvPr>
          <p:cNvSpPr/>
          <p:nvPr/>
        </p:nvSpPr>
        <p:spPr>
          <a:xfrm>
            <a:off x="186813" y="857026"/>
            <a:ext cx="5875529" cy="121758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27F5C5EB-072A-4B5B-A794-7A3393D6741D}"/>
              </a:ext>
            </a:extLst>
          </p:cNvPr>
          <p:cNvSpPr/>
          <p:nvPr/>
        </p:nvSpPr>
        <p:spPr>
          <a:xfrm>
            <a:off x="6399200" y="2449877"/>
            <a:ext cx="2536722" cy="246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E8679A99-57AA-698C-9582-082FF5379BEA}"/>
              </a:ext>
            </a:extLst>
          </p:cNvPr>
          <p:cNvSpPr txBox="1"/>
          <p:nvPr/>
        </p:nvSpPr>
        <p:spPr>
          <a:xfrm>
            <a:off x="6499123" y="2462125"/>
            <a:ext cx="2536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Change </a:t>
            </a:r>
            <a:r>
              <a:rPr lang="nl-NL" sz="1000" dirty="0" err="1"/>
              <a:t>to</a:t>
            </a:r>
            <a:r>
              <a:rPr lang="nl-NL" sz="1000" dirty="0"/>
              <a:t> sample below</a:t>
            </a:r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F2A8A264-404E-A33E-989E-0F657560E2B6}"/>
              </a:ext>
            </a:extLst>
          </p:cNvPr>
          <p:cNvCxnSpPr>
            <a:cxnSpLocks/>
          </p:cNvCxnSpPr>
          <p:nvPr/>
        </p:nvCxnSpPr>
        <p:spPr>
          <a:xfrm flipH="1" flipV="1">
            <a:off x="5886162" y="2197717"/>
            <a:ext cx="513038" cy="2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74553C22-1A65-B0A1-0495-FD5835F15FA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937168" y="2572988"/>
            <a:ext cx="4620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hthoek 27">
            <a:extLst>
              <a:ext uri="{FF2B5EF4-FFF2-40B4-BE49-F238E27FC236}">
                <a16:creationId xmlns:a16="http://schemas.microsoft.com/office/drawing/2014/main" id="{029C7A69-1BF0-C85D-78EB-496A57542C79}"/>
              </a:ext>
            </a:extLst>
          </p:cNvPr>
          <p:cNvSpPr/>
          <p:nvPr/>
        </p:nvSpPr>
        <p:spPr>
          <a:xfrm flipV="1">
            <a:off x="186811" y="2811460"/>
            <a:ext cx="5909190" cy="2721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14CCD708-85E6-8733-34CF-967D70AC6BC1}"/>
              </a:ext>
            </a:extLst>
          </p:cNvPr>
          <p:cNvSpPr/>
          <p:nvPr/>
        </p:nvSpPr>
        <p:spPr>
          <a:xfrm>
            <a:off x="6344724" y="2837387"/>
            <a:ext cx="2536722" cy="246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B0403320-F9C5-B710-26AA-AA22DD830383}"/>
              </a:ext>
            </a:extLst>
          </p:cNvPr>
          <p:cNvSpPr txBox="1"/>
          <p:nvPr/>
        </p:nvSpPr>
        <p:spPr>
          <a:xfrm>
            <a:off x="6444647" y="2849636"/>
            <a:ext cx="24367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Change </a:t>
            </a:r>
            <a:r>
              <a:rPr lang="nl-NL" sz="1000" dirty="0" err="1"/>
              <a:t>into</a:t>
            </a:r>
            <a:r>
              <a:rPr lang="nl-NL" sz="1000" dirty="0"/>
              <a:t> sample below</a:t>
            </a:r>
          </a:p>
        </p:txBody>
      </p: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46461FEC-0146-BD67-6C93-0C3D9E3BAE3C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5882692" y="2960498"/>
            <a:ext cx="4620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el 20">
            <a:extLst>
              <a:ext uri="{FF2B5EF4-FFF2-40B4-BE49-F238E27FC236}">
                <a16:creationId xmlns:a16="http://schemas.microsoft.com/office/drawing/2014/main" id="{B32D892D-D9F4-9799-4F77-9F76E4D4D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601769"/>
              </p:ext>
            </p:extLst>
          </p:nvPr>
        </p:nvGraphicFramePr>
        <p:xfrm>
          <a:off x="9089168" y="4362418"/>
          <a:ext cx="288245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52">
                  <a:extLst>
                    <a:ext uri="{9D8B030D-6E8A-4147-A177-3AD203B41FA5}">
                      <a16:colId xmlns:a16="http://schemas.microsoft.com/office/drawing/2014/main" val="4227894052"/>
                    </a:ext>
                  </a:extLst>
                </a:gridCol>
                <a:gridCol w="965252">
                  <a:extLst>
                    <a:ext uri="{9D8B030D-6E8A-4147-A177-3AD203B41FA5}">
                      <a16:colId xmlns:a16="http://schemas.microsoft.com/office/drawing/2014/main" val="1540985629"/>
                    </a:ext>
                  </a:extLst>
                </a:gridCol>
                <a:gridCol w="951948">
                  <a:extLst>
                    <a:ext uri="{9D8B030D-6E8A-4147-A177-3AD203B41FA5}">
                      <a16:colId xmlns:a16="http://schemas.microsoft.com/office/drawing/2014/main" val="2407397196"/>
                    </a:ext>
                  </a:extLst>
                </a:gridCol>
              </a:tblGrid>
              <a:tr h="26721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Teenhoogtes/toe </a:t>
                      </a:r>
                      <a:r>
                        <a:rPr lang="nl-NL" sz="1200" b="0" dirty="0" err="1">
                          <a:solidFill>
                            <a:schemeClr val="tx1"/>
                          </a:solidFill>
                        </a:rPr>
                        <a:t>hights</a:t>
                      </a:r>
                      <a:endParaRPr lang="nl-NL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282817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nl-NL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293183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nl-NL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</a:t>
                      </a:r>
                      <a:r>
                        <a:rPr lang="nl-NL" sz="1200" b="0" dirty="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00056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nl-NL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200" b="0" dirty="0"/>
                        <a:t>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89978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nl-NL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IV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/>
                        <a:t>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43655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nl-NL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/>
                        <a:t>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431016"/>
                  </a:ext>
                </a:extLst>
              </a:tr>
            </a:tbl>
          </a:graphicData>
        </a:graphic>
      </p:graphicFrame>
      <p:sp>
        <p:nvSpPr>
          <p:cNvPr id="23" name="Rechthoek 22">
            <a:extLst>
              <a:ext uri="{FF2B5EF4-FFF2-40B4-BE49-F238E27FC236}">
                <a16:creationId xmlns:a16="http://schemas.microsoft.com/office/drawing/2014/main" id="{86E51398-A945-EC2C-6A6E-4E6ED6F24405}"/>
              </a:ext>
            </a:extLst>
          </p:cNvPr>
          <p:cNvSpPr/>
          <p:nvPr/>
        </p:nvSpPr>
        <p:spPr>
          <a:xfrm>
            <a:off x="8976851" y="4314968"/>
            <a:ext cx="3061993" cy="1693364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DDDEF9B4-364C-13A0-F7A5-995C0F7FBECF}"/>
              </a:ext>
            </a:extLst>
          </p:cNvPr>
          <p:cNvCxnSpPr>
            <a:cxnSpLocks/>
            <a:stCxn id="19" idx="3"/>
            <a:endCxn id="23" idx="0"/>
          </p:cNvCxnSpPr>
          <p:nvPr/>
        </p:nvCxnSpPr>
        <p:spPr>
          <a:xfrm>
            <a:off x="8881446" y="2972747"/>
            <a:ext cx="1626402" cy="1342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39C6FFFA-2707-4197-F63E-72C791E7A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82" y="3397045"/>
            <a:ext cx="1004845" cy="363455"/>
          </a:xfrm>
          <a:prstGeom prst="rect">
            <a:avLst/>
          </a:prstGeom>
        </p:spPr>
      </p:pic>
      <p:sp>
        <p:nvSpPr>
          <p:cNvPr id="36" name="Rechthoek 35">
            <a:extLst>
              <a:ext uri="{FF2B5EF4-FFF2-40B4-BE49-F238E27FC236}">
                <a16:creationId xmlns:a16="http://schemas.microsoft.com/office/drawing/2014/main" id="{8C0AA7B1-D132-7A98-72E6-98D3542A7C05}"/>
              </a:ext>
            </a:extLst>
          </p:cNvPr>
          <p:cNvSpPr/>
          <p:nvPr/>
        </p:nvSpPr>
        <p:spPr>
          <a:xfrm flipV="1">
            <a:off x="186811" y="3382078"/>
            <a:ext cx="1004845" cy="38728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5" name="Afbeelding 44">
            <a:extLst>
              <a:ext uri="{FF2B5EF4-FFF2-40B4-BE49-F238E27FC236}">
                <a16:creationId xmlns:a16="http://schemas.microsoft.com/office/drawing/2014/main" id="{582D34AB-C90C-BF60-847A-359523033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480" y="4647555"/>
            <a:ext cx="2453853" cy="1767993"/>
          </a:xfrm>
          <a:prstGeom prst="rect">
            <a:avLst/>
          </a:prstGeom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6A816185-48F6-C65C-D732-7FC727625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449607"/>
              </p:ext>
            </p:extLst>
          </p:nvPr>
        </p:nvGraphicFramePr>
        <p:xfrm>
          <a:off x="5694199" y="4025971"/>
          <a:ext cx="288245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52">
                  <a:extLst>
                    <a:ext uri="{9D8B030D-6E8A-4147-A177-3AD203B41FA5}">
                      <a16:colId xmlns:a16="http://schemas.microsoft.com/office/drawing/2014/main" val="4227894052"/>
                    </a:ext>
                  </a:extLst>
                </a:gridCol>
                <a:gridCol w="965252">
                  <a:extLst>
                    <a:ext uri="{9D8B030D-6E8A-4147-A177-3AD203B41FA5}">
                      <a16:colId xmlns:a16="http://schemas.microsoft.com/office/drawing/2014/main" val="1540985629"/>
                    </a:ext>
                  </a:extLst>
                </a:gridCol>
                <a:gridCol w="951948">
                  <a:extLst>
                    <a:ext uri="{9D8B030D-6E8A-4147-A177-3AD203B41FA5}">
                      <a16:colId xmlns:a16="http://schemas.microsoft.com/office/drawing/2014/main" val="2407397196"/>
                    </a:ext>
                  </a:extLst>
                </a:gridCol>
              </a:tblGrid>
              <a:tr h="26721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Last </a:t>
                      </a:r>
                      <a:r>
                        <a:rPr lang="nl-NL" sz="1200" b="0" dirty="0" err="1">
                          <a:solidFill>
                            <a:schemeClr val="tx1"/>
                          </a:solidFill>
                        </a:rPr>
                        <a:t>measurements</a:t>
                      </a:r>
                      <a:endParaRPr lang="nl-NL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nl-N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282817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nl-NL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293183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nl-NL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2.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</a:t>
                      </a:r>
                      <a:r>
                        <a:rPr lang="nl-NL" sz="1200" b="0" dirty="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00056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nl-NL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3.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200" b="0" dirty="0"/>
                        <a:t>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89978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nl-NL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4.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/>
                        <a:t>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43655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nl-NL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5.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/>
                        <a:t>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431016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nl-NL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6.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/>
                        <a:t>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421203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nl-NL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7.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/>
                        <a:t>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755290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nl-NL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8.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/>
                        <a:t>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965623"/>
                  </a:ext>
                </a:extLst>
              </a:tr>
            </a:tbl>
          </a:graphicData>
        </a:graphic>
      </p:graphicFrame>
      <p:sp>
        <p:nvSpPr>
          <p:cNvPr id="50" name="Rechthoek 49">
            <a:extLst>
              <a:ext uri="{FF2B5EF4-FFF2-40B4-BE49-F238E27FC236}">
                <a16:creationId xmlns:a16="http://schemas.microsoft.com/office/drawing/2014/main" id="{A94CEF26-4252-D6D5-390F-F76C1777C1E6}"/>
              </a:ext>
            </a:extLst>
          </p:cNvPr>
          <p:cNvSpPr/>
          <p:nvPr/>
        </p:nvSpPr>
        <p:spPr>
          <a:xfrm flipV="1">
            <a:off x="169982" y="2138439"/>
            <a:ext cx="5909190" cy="5699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56" name="Rechte verbindingslijn met pijl 55">
            <a:extLst>
              <a:ext uri="{FF2B5EF4-FFF2-40B4-BE49-F238E27FC236}">
                <a16:creationId xmlns:a16="http://schemas.microsoft.com/office/drawing/2014/main" id="{45498C84-F646-D501-B393-AE18708B9C3E}"/>
              </a:ext>
            </a:extLst>
          </p:cNvPr>
          <p:cNvCxnSpPr>
            <a:cxnSpLocks/>
            <a:stCxn id="49" idx="2"/>
            <a:endCxn id="48" idx="0"/>
          </p:cNvCxnSpPr>
          <p:nvPr/>
        </p:nvCxnSpPr>
        <p:spPr>
          <a:xfrm flipH="1">
            <a:off x="7135425" y="2200667"/>
            <a:ext cx="705002" cy="1825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hthoek 57">
            <a:extLst>
              <a:ext uri="{FF2B5EF4-FFF2-40B4-BE49-F238E27FC236}">
                <a16:creationId xmlns:a16="http://schemas.microsoft.com/office/drawing/2014/main" id="{0844CB9E-873A-178B-F774-9301815B747B}"/>
              </a:ext>
            </a:extLst>
          </p:cNvPr>
          <p:cNvSpPr/>
          <p:nvPr/>
        </p:nvSpPr>
        <p:spPr>
          <a:xfrm>
            <a:off x="5614581" y="4034832"/>
            <a:ext cx="3061993" cy="260832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9" name="Rechthoek 58">
            <a:extLst>
              <a:ext uri="{FF2B5EF4-FFF2-40B4-BE49-F238E27FC236}">
                <a16:creationId xmlns:a16="http://schemas.microsoft.com/office/drawing/2014/main" id="{9B8AD43F-49AF-69C5-6B9B-EB961E7AB29C}"/>
              </a:ext>
            </a:extLst>
          </p:cNvPr>
          <p:cNvSpPr/>
          <p:nvPr/>
        </p:nvSpPr>
        <p:spPr>
          <a:xfrm>
            <a:off x="875311" y="4165220"/>
            <a:ext cx="4468561" cy="252364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6" name="Tabel 65">
            <a:extLst>
              <a:ext uri="{FF2B5EF4-FFF2-40B4-BE49-F238E27FC236}">
                <a16:creationId xmlns:a16="http://schemas.microsoft.com/office/drawing/2014/main" id="{69F6A434-78A1-890E-6774-CE61F0290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857974"/>
              </p:ext>
            </p:extLst>
          </p:nvPr>
        </p:nvGraphicFramePr>
        <p:xfrm>
          <a:off x="875311" y="4219981"/>
          <a:ext cx="216671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873">
                  <a:extLst>
                    <a:ext uri="{9D8B030D-6E8A-4147-A177-3AD203B41FA5}">
                      <a16:colId xmlns:a16="http://schemas.microsoft.com/office/drawing/2014/main" val="1540985629"/>
                    </a:ext>
                  </a:extLst>
                </a:gridCol>
                <a:gridCol w="1075837">
                  <a:extLst>
                    <a:ext uri="{9D8B030D-6E8A-4147-A177-3AD203B41FA5}">
                      <a16:colId xmlns:a16="http://schemas.microsoft.com/office/drawing/2014/main" val="2407397196"/>
                    </a:ext>
                  </a:extLst>
                </a:gridCol>
              </a:tblGrid>
              <a:tr h="267214">
                <a:tc gridSpan="2"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Meetpunten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282817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Voetlengte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293183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2.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200" b="0" dirty="0"/>
                        <a:t>Balomvang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00056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3.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200" b="0" dirty="0"/>
                        <a:t>Lage wreef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89978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4.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/>
                        <a:t>Hoge wreef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43655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5.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/>
                        <a:t>Hielmaat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431016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6.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/>
                        <a:t>Enkelmaat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421203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7.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/>
                        <a:t>Teensprong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755290"/>
                  </a:ext>
                </a:extLst>
              </a:tr>
              <a:tr h="267214">
                <a:tc>
                  <a:txBody>
                    <a:bodyPr/>
                    <a:lstStyle/>
                    <a:p>
                      <a:pPr algn="ctr"/>
                      <a:r>
                        <a:rPr lang="nl-NL" sz="1200" b="0" dirty="0">
                          <a:solidFill>
                            <a:schemeClr val="tx1"/>
                          </a:solidFill>
                        </a:rPr>
                        <a:t>8.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200" b="0" dirty="0"/>
                        <a:t>Hielheffing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965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548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26E09BC0-96AE-C287-AB2C-D72F5DE37489}"/>
              </a:ext>
            </a:extLst>
          </p:cNvPr>
          <p:cNvSpPr txBox="1"/>
          <p:nvPr/>
        </p:nvSpPr>
        <p:spPr>
          <a:xfrm>
            <a:off x="422787" y="259493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Lasts</a:t>
            </a:r>
            <a:r>
              <a:rPr lang="nl-NL" dirty="0"/>
              <a:t> form 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C46203CA-C9CD-B4B0-B60C-F43329579309}"/>
              </a:ext>
            </a:extLst>
          </p:cNvPr>
          <p:cNvSpPr/>
          <p:nvPr/>
        </p:nvSpPr>
        <p:spPr>
          <a:xfrm>
            <a:off x="422786" y="310574"/>
            <a:ext cx="1743439" cy="353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D68188CE-3695-5D5D-7255-64C8ABAE2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411" y="310574"/>
            <a:ext cx="739204" cy="54868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D9B5A01-5A30-8B59-6EB3-B8E682A44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78" y="1288912"/>
            <a:ext cx="1297858" cy="2140087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B139B611-292F-FE9A-0AD7-CD0CA4E9E31B}"/>
              </a:ext>
            </a:extLst>
          </p:cNvPr>
          <p:cNvSpPr/>
          <p:nvPr/>
        </p:nvSpPr>
        <p:spPr>
          <a:xfrm>
            <a:off x="551278" y="1415845"/>
            <a:ext cx="1169367" cy="35396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C9CBA7D-211F-189B-197C-B6DAC5F75FF6}"/>
              </a:ext>
            </a:extLst>
          </p:cNvPr>
          <p:cNvSpPr/>
          <p:nvPr/>
        </p:nvSpPr>
        <p:spPr>
          <a:xfrm>
            <a:off x="2197511" y="1317521"/>
            <a:ext cx="1932038" cy="55399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82BCC361-778E-184E-7F1B-048FF5356E5E}"/>
              </a:ext>
            </a:extLst>
          </p:cNvPr>
          <p:cNvSpPr txBox="1"/>
          <p:nvPr/>
        </p:nvSpPr>
        <p:spPr>
          <a:xfrm>
            <a:off x="2276168" y="1315827"/>
            <a:ext cx="42573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Insert</a:t>
            </a:r>
            <a:r>
              <a:rPr lang="nl-NL" sz="1000" dirty="0"/>
              <a:t> </a:t>
            </a:r>
            <a:r>
              <a:rPr lang="nl-NL" sz="1000" dirty="0" err="1"/>
              <a:t>checkbox</a:t>
            </a:r>
            <a:r>
              <a:rPr lang="nl-NL" sz="1000" dirty="0"/>
              <a:t>:</a:t>
            </a:r>
          </a:p>
          <a:p>
            <a:r>
              <a:rPr lang="nl-NL" sz="1000" dirty="0" err="1"/>
              <a:t>With</a:t>
            </a:r>
            <a:r>
              <a:rPr lang="nl-NL" sz="1000" dirty="0"/>
              <a:t> supplement (default)</a:t>
            </a:r>
          </a:p>
          <a:p>
            <a:r>
              <a:rPr lang="nl-NL" sz="1000" dirty="0"/>
              <a:t>Without supplement </a:t>
            </a:r>
          </a:p>
        </p:txBody>
      </p: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BCFF0420-CAB8-A44B-9D89-692F2FCD6F78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1720645" y="1592826"/>
            <a:ext cx="476866" cy="1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hthoek 15">
            <a:extLst>
              <a:ext uri="{FF2B5EF4-FFF2-40B4-BE49-F238E27FC236}">
                <a16:creationId xmlns:a16="http://schemas.microsoft.com/office/drawing/2014/main" id="{C5973747-ED99-6596-2EDC-A8D7A152170F}"/>
              </a:ext>
            </a:extLst>
          </p:cNvPr>
          <p:cNvSpPr/>
          <p:nvPr/>
        </p:nvSpPr>
        <p:spPr>
          <a:xfrm flipV="1">
            <a:off x="551278" y="2037609"/>
            <a:ext cx="1169367" cy="13913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DE5634C0-2309-A885-4576-2E248377E5B9}"/>
              </a:ext>
            </a:extLst>
          </p:cNvPr>
          <p:cNvSpPr/>
          <p:nvPr/>
        </p:nvSpPr>
        <p:spPr>
          <a:xfrm>
            <a:off x="2188350" y="5407661"/>
            <a:ext cx="3458332" cy="1475693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3DF42B58-7745-216C-7A96-97873841F4AE}"/>
              </a:ext>
            </a:extLst>
          </p:cNvPr>
          <p:cNvSpPr txBox="1"/>
          <p:nvPr/>
        </p:nvSpPr>
        <p:spPr>
          <a:xfrm>
            <a:off x="2276168" y="2509217"/>
            <a:ext cx="4257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Replace</a:t>
            </a:r>
            <a:r>
              <a:rPr lang="nl-NL" sz="1000" dirty="0"/>
              <a:t> </a:t>
            </a:r>
            <a:r>
              <a:rPr lang="nl-NL" sz="1000" dirty="0" err="1"/>
              <a:t>with</a:t>
            </a:r>
            <a:r>
              <a:rPr lang="nl-NL" sz="1000" dirty="0"/>
              <a:t> </a:t>
            </a:r>
            <a:r>
              <a:rPr lang="nl-NL" sz="1000" dirty="0" err="1"/>
              <a:t>checkboxes</a:t>
            </a:r>
            <a:r>
              <a:rPr lang="nl-NL" sz="1000" dirty="0"/>
              <a:t>: </a:t>
            </a:r>
          </a:p>
          <a:p>
            <a:endParaRPr lang="nl-NL" sz="1000" dirty="0"/>
          </a:p>
        </p:txBody>
      </p: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00E299D0-57C9-450F-DD7E-B56E71D53B4C}"/>
              </a:ext>
            </a:extLst>
          </p:cNvPr>
          <p:cNvCxnSpPr>
            <a:cxnSpLocks/>
          </p:cNvCxnSpPr>
          <p:nvPr/>
        </p:nvCxnSpPr>
        <p:spPr>
          <a:xfrm flipH="1" flipV="1">
            <a:off x="1689360" y="2684503"/>
            <a:ext cx="476866" cy="1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3A4FEF1C-0964-54A4-9F4E-2F702D979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682" y="1560034"/>
            <a:ext cx="3377553" cy="798921"/>
          </a:xfrm>
          <a:prstGeom prst="rect">
            <a:avLst/>
          </a:prstGeom>
        </p:spPr>
      </p:pic>
      <p:sp>
        <p:nvSpPr>
          <p:cNvPr id="22" name="Tekstvak 21">
            <a:extLst>
              <a:ext uri="{FF2B5EF4-FFF2-40B4-BE49-F238E27FC236}">
                <a16:creationId xmlns:a16="http://schemas.microsoft.com/office/drawing/2014/main" id="{65004CC1-36EA-2FF4-5CA6-A2AE59C2AF8E}"/>
              </a:ext>
            </a:extLst>
          </p:cNvPr>
          <p:cNvSpPr txBox="1"/>
          <p:nvPr/>
        </p:nvSpPr>
        <p:spPr>
          <a:xfrm>
            <a:off x="5646682" y="2297671"/>
            <a:ext cx="7251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Square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438F7E09-4EBA-6650-4A13-6167B4530C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533536" y="2303416"/>
            <a:ext cx="7251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noProof="1"/>
              <a:t>Pointed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12416487-19A4-38AA-70CC-377921A50D8A}"/>
              </a:ext>
            </a:extLst>
          </p:cNvPr>
          <p:cNvSpPr txBox="1"/>
          <p:nvPr/>
        </p:nvSpPr>
        <p:spPr>
          <a:xfrm>
            <a:off x="7335458" y="2297671"/>
            <a:ext cx="7251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noProof="1"/>
              <a:t>Rounded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AAC70E3-15C3-F8C8-990D-AF9D829B2645}"/>
              </a:ext>
            </a:extLst>
          </p:cNvPr>
          <p:cNvSpPr txBox="1"/>
          <p:nvPr/>
        </p:nvSpPr>
        <p:spPr>
          <a:xfrm>
            <a:off x="8179846" y="2297670"/>
            <a:ext cx="7251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Nature</a:t>
            </a:r>
          </a:p>
        </p:txBody>
      </p:sp>
    </p:spTree>
    <p:extLst>
      <p:ext uri="{BB962C8B-B14F-4D97-AF65-F5344CB8AC3E}">
        <p14:creationId xmlns:p14="http://schemas.microsoft.com/office/powerpoint/2010/main" val="2539461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E6886-CD26-6945-EC97-55D71FB79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81D4D3AD-5957-81E1-B68A-878F7E57AD1A}"/>
              </a:ext>
            </a:extLst>
          </p:cNvPr>
          <p:cNvSpPr txBox="1"/>
          <p:nvPr/>
        </p:nvSpPr>
        <p:spPr>
          <a:xfrm>
            <a:off x="422787" y="259493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Supplements</a:t>
            </a:r>
            <a:r>
              <a:rPr lang="nl-NL" dirty="0"/>
              <a:t> form 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B33650C2-4C6C-CD2B-16B8-DAEFA7E01F5E}"/>
              </a:ext>
            </a:extLst>
          </p:cNvPr>
          <p:cNvSpPr/>
          <p:nvPr/>
        </p:nvSpPr>
        <p:spPr>
          <a:xfrm>
            <a:off x="422786" y="310574"/>
            <a:ext cx="3175819" cy="353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B21E1043-6049-806B-0476-A63AA653C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411" y="310574"/>
            <a:ext cx="739204" cy="548688"/>
          </a:xfrm>
          <a:prstGeom prst="rect">
            <a:avLst/>
          </a:prstGeom>
        </p:spPr>
      </p:pic>
      <p:sp>
        <p:nvSpPr>
          <p:cNvPr id="17" name="Rechthoek 16">
            <a:extLst>
              <a:ext uri="{FF2B5EF4-FFF2-40B4-BE49-F238E27FC236}">
                <a16:creationId xmlns:a16="http://schemas.microsoft.com/office/drawing/2014/main" id="{C239D67A-6405-6BC5-88CC-B78BDBDEEC91}"/>
              </a:ext>
            </a:extLst>
          </p:cNvPr>
          <p:cNvSpPr/>
          <p:nvPr/>
        </p:nvSpPr>
        <p:spPr>
          <a:xfrm>
            <a:off x="2673967" y="1735613"/>
            <a:ext cx="4903503" cy="2560466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32FDD6C3-F032-9726-D2F1-35874DF86DBB}"/>
              </a:ext>
            </a:extLst>
          </p:cNvPr>
          <p:cNvSpPr txBox="1"/>
          <p:nvPr/>
        </p:nvSpPr>
        <p:spPr>
          <a:xfrm>
            <a:off x="2871052" y="1886951"/>
            <a:ext cx="1706406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Replace</a:t>
            </a:r>
            <a:r>
              <a:rPr lang="nl-NL" sz="1000" dirty="0"/>
              <a:t> </a:t>
            </a:r>
            <a:r>
              <a:rPr lang="nl-NL" sz="1000" dirty="0" err="1"/>
              <a:t>with</a:t>
            </a:r>
            <a:r>
              <a:rPr lang="nl-NL" sz="1000" dirty="0"/>
              <a:t> </a:t>
            </a:r>
            <a:r>
              <a:rPr lang="nl-NL" sz="1000" dirty="0" err="1"/>
              <a:t>checkboxes</a:t>
            </a:r>
            <a:r>
              <a:rPr lang="nl-NL" sz="1000" dirty="0"/>
              <a:t>: </a:t>
            </a:r>
          </a:p>
          <a:p>
            <a:endParaRPr lang="nl-NL" sz="1000" dirty="0"/>
          </a:p>
        </p:txBody>
      </p: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2C9CFEC4-EDD3-B512-FAB5-18C0FFF9E51D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7205514" y="2323377"/>
            <a:ext cx="1361278" cy="8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Afbeelding 2">
            <a:extLst>
              <a:ext uri="{FF2B5EF4-FFF2-40B4-BE49-F238E27FC236}">
                <a16:creationId xmlns:a16="http://schemas.microsoft.com/office/drawing/2014/main" id="{F7AC6BFF-9392-3F2E-815C-272D9908F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43" y="1824437"/>
            <a:ext cx="1784840" cy="2071966"/>
          </a:xfrm>
          <a:prstGeom prst="rect">
            <a:avLst/>
          </a:prstGeom>
        </p:spPr>
      </p:pic>
      <p:sp>
        <p:nvSpPr>
          <p:cNvPr id="16" name="Rechthoek 15">
            <a:extLst>
              <a:ext uri="{FF2B5EF4-FFF2-40B4-BE49-F238E27FC236}">
                <a16:creationId xmlns:a16="http://schemas.microsoft.com/office/drawing/2014/main" id="{DFC4E300-A889-FF71-C0A8-3A19A030A40A}"/>
              </a:ext>
            </a:extLst>
          </p:cNvPr>
          <p:cNvSpPr/>
          <p:nvPr/>
        </p:nvSpPr>
        <p:spPr>
          <a:xfrm flipV="1">
            <a:off x="551278" y="1853753"/>
            <a:ext cx="1878285" cy="22167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744B3756-0B11-0D85-ECC9-CD576D8F3146}"/>
              </a:ext>
            </a:extLst>
          </p:cNvPr>
          <p:cNvSpPr txBox="1"/>
          <p:nvPr/>
        </p:nvSpPr>
        <p:spPr>
          <a:xfrm>
            <a:off x="2888081" y="2189847"/>
            <a:ext cx="723532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Material</a:t>
            </a:r>
            <a:r>
              <a:rPr lang="nl-NL" sz="1000" dirty="0"/>
              <a:t>: </a:t>
            </a:r>
          </a:p>
          <a:p>
            <a:endParaRPr lang="nl-NL" sz="1000" dirty="0"/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CF5D1DF9-0676-93ED-91C0-7803B5852290}"/>
              </a:ext>
            </a:extLst>
          </p:cNvPr>
          <p:cNvSpPr txBox="1"/>
          <p:nvPr/>
        </p:nvSpPr>
        <p:spPr>
          <a:xfrm>
            <a:off x="3864079" y="2150218"/>
            <a:ext cx="290354" cy="370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L</a:t>
            </a: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AEBB54DA-FE87-1477-6AFE-B1F2C51FE358}"/>
              </a:ext>
            </a:extLst>
          </p:cNvPr>
          <p:cNvSpPr txBox="1"/>
          <p:nvPr/>
        </p:nvSpPr>
        <p:spPr>
          <a:xfrm>
            <a:off x="5630454" y="2160048"/>
            <a:ext cx="290354" cy="370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R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A75CD7F9-6D19-05C3-9633-F0F530D50F41}"/>
              </a:ext>
            </a:extLst>
          </p:cNvPr>
          <p:cNvSpPr txBox="1"/>
          <p:nvPr/>
        </p:nvSpPr>
        <p:spPr>
          <a:xfrm>
            <a:off x="2888081" y="2872572"/>
            <a:ext cx="853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Dropdown</a:t>
            </a:r>
            <a:endParaRPr lang="nl-NL" sz="1000" dirty="0"/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0BF93A7-BA78-5059-30A7-A69E64CE35CC}"/>
              </a:ext>
            </a:extLst>
          </p:cNvPr>
          <p:cNvSpPr txBox="1"/>
          <p:nvPr/>
        </p:nvSpPr>
        <p:spPr>
          <a:xfrm>
            <a:off x="3647766" y="2878161"/>
            <a:ext cx="1171436" cy="24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Multiform</a:t>
            </a:r>
            <a:r>
              <a:rPr lang="nl-NL" sz="1000" dirty="0"/>
              <a:t>/</a:t>
            </a:r>
            <a:r>
              <a:rPr lang="nl-NL" sz="1000" dirty="0" err="1"/>
              <a:t>corck</a:t>
            </a:r>
            <a:endParaRPr lang="nl-NL" sz="1000" dirty="0"/>
          </a:p>
        </p:txBody>
      </p:sp>
      <p:sp>
        <p:nvSpPr>
          <p:cNvPr id="30" name="Tekstvak 29">
            <a:extLst>
              <a:ext uri="{FF2B5EF4-FFF2-40B4-BE49-F238E27FC236}">
                <a16:creationId xmlns:a16="http://schemas.microsoft.com/office/drawing/2014/main" id="{25BB902F-2A84-A6DD-AF18-4094BB338A23}"/>
              </a:ext>
            </a:extLst>
          </p:cNvPr>
          <p:cNvSpPr txBox="1"/>
          <p:nvPr/>
        </p:nvSpPr>
        <p:spPr>
          <a:xfrm>
            <a:off x="3661877" y="3162795"/>
            <a:ext cx="1171436" cy="24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Microcorck</a:t>
            </a:r>
            <a:endParaRPr lang="nl-NL" sz="1000" dirty="0"/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C3ACBDA4-E12A-7F59-6EA5-96446B748902}"/>
              </a:ext>
            </a:extLst>
          </p:cNvPr>
          <p:cNvSpPr txBox="1"/>
          <p:nvPr/>
        </p:nvSpPr>
        <p:spPr>
          <a:xfrm>
            <a:off x="3652682" y="3433684"/>
            <a:ext cx="1171436" cy="24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Multiform</a:t>
            </a:r>
            <a:endParaRPr lang="nl-NL" sz="1000" dirty="0"/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E11BED90-1B46-F8AF-B98B-EDBCA46BBE2A}"/>
              </a:ext>
            </a:extLst>
          </p:cNvPr>
          <p:cNvSpPr/>
          <p:nvPr/>
        </p:nvSpPr>
        <p:spPr>
          <a:xfrm>
            <a:off x="4906520" y="2932933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3" name="Rechthoek 32">
            <a:extLst>
              <a:ext uri="{FF2B5EF4-FFF2-40B4-BE49-F238E27FC236}">
                <a16:creationId xmlns:a16="http://schemas.microsoft.com/office/drawing/2014/main" id="{54228AC3-3D4E-B115-D91D-B5FEF1A61911}"/>
              </a:ext>
            </a:extLst>
          </p:cNvPr>
          <p:cNvSpPr/>
          <p:nvPr/>
        </p:nvSpPr>
        <p:spPr>
          <a:xfrm>
            <a:off x="4901608" y="3213151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4" name="Rechthoek 33">
            <a:extLst>
              <a:ext uri="{FF2B5EF4-FFF2-40B4-BE49-F238E27FC236}">
                <a16:creationId xmlns:a16="http://schemas.microsoft.com/office/drawing/2014/main" id="{AAC3E7B7-035B-9E2F-49A2-941F2B8015A2}"/>
              </a:ext>
            </a:extLst>
          </p:cNvPr>
          <p:cNvSpPr/>
          <p:nvPr/>
        </p:nvSpPr>
        <p:spPr>
          <a:xfrm>
            <a:off x="4901601" y="3498287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5" name="Tekstvak 34">
            <a:extLst>
              <a:ext uri="{FF2B5EF4-FFF2-40B4-BE49-F238E27FC236}">
                <a16:creationId xmlns:a16="http://schemas.microsoft.com/office/drawing/2014/main" id="{36C1DDC8-3548-CA35-6C55-3127033BEC28}"/>
              </a:ext>
            </a:extLst>
          </p:cNvPr>
          <p:cNvSpPr txBox="1"/>
          <p:nvPr/>
        </p:nvSpPr>
        <p:spPr>
          <a:xfrm>
            <a:off x="5314335" y="2892907"/>
            <a:ext cx="1171436" cy="24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Multiform</a:t>
            </a:r>
            <a:r>
              <a:rPr lang="nl-NL" sz="1000" dirty="0"/>
              <a:t>/</a:t>
            </a:r>
            <a:r>
              <a:rPr lang="nl-NL" sz="1000" dirty="0" err="1"/>
              <a:t>corck</a:t>
            </a:r>
            <a:endParaRPr lang="nl-NL" sz="1000" dirty="0"/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EAB2EFC8-9D25-3687-2277-CE97190DD0C2}"/>
              </a:ext>
            </a:extLst>
          </p:cNvPr>
          <p:cNvSpPr txBox="1"/>
          <p:nvPr/>
        </p:nvSpPr>
        <p:spPr>
          <a:xfrm>
            <a:off x="5328446" y="3177541"/>
            <a:ext cx="1171436" cy="24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Microcorck</a:t>
            </a:r>
            <a:endParaRPr lang="nl-NL" sz="1000" dirty="0"/>
          </a:p>
        </p:txBody>
      </p:sp>
      <p:sp>
        <p:nvSpPr>
          <p:cNvPr id="37" name="Tekstvak 36">
            <a:extLst>
              <a:ext uri="{FF2B5EF4-FFF2-40B4-BE49-F238E27FC236}">
                <a16:creationId xmlns:a16="http://schemas.microsoft.com/office/drawing/2014/main" id="{94BA44C2-4BBD-3209-DE5E-143AADADE2E0}"/>
              </a:ext>
            </a:extLst>
          </p:cNvPr>
          <p:cNvSpPr txBox="1"/>
          <p:nvPr/>
        </p:nvSpPr>
        <p:spPr>
          <a:xfrm>
            <a:off x="5319251" y="3448430"/>
            <a:ext cx="1171436" cy="24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Multiform</a:t>
            </a:r>
            <a:endParaRPr lang="nl-NL" sz="1000" dirty="0"/>
          </a:p>
        </p:txBody>
      </p:sp>
      <p:sp>
        <p:nvSpPr>
          <p:cNvPr id="38" name="Rechthoek 37">
            <a:extLst>
              <a:ext uri="{FF2B5EF4-FFF2-40B4-BE49-F238E27FC236}">
                <a16:creationId xmlns:a16="http://schemas.microsoft.com/office/drawing/2014/main" id="{20B4BF4E-EFC9-FD84-0786-C1D715D3D540}"/>
              </a:ext>
            </a:extLst>
          </p:cNvPr>
          <p:cNvSpPr/>
          <p:nvPr/>
        </p:nvSpPr>
        <p:spPr>
          <a:xfrm>
            <a:off x="6573089" y="2947679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A03AE282-DAE9-1B30-2005-6BC61F9B0D28}"/>
              </a:ext>
            </a:extLst>
          </p:cNvPr>
          <p:cNvSpPr/>
          <p:nvPr/>
        </p:nvSpPr>
        <p:spPr>
          <a:xfrm>
            <a:off x="6568177" y="3227897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20EBE332-42F2-E1C6-A664-E55B53C31924}"/>
              </a:ext>
            </a:extLst>
          </p:cNvPr>
          <p:cNvSpPr/>
          <p:nvPr/>
        </p:nvSpPr>
        <p:spPr>
          <a:xfrm>
            <a:off x="6568170" y="3513033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1" name="Rechthoek 40">
            <a:extLst>
              <a:ext uri="{FF2B5EF4-FFF2-40B4-BE49-F238E27FC236}">
                <a16:creationId xmlns:a16="http://schemas.microsoft.com/office/drawing/2014/main" id="{E2A063DA-F84F-7909-A08A-8E814D269AAD}"/>
              </a:ext>
            </a:extLst>
          </p:cNvPr>
          <p:cNvSpPr/>
          <p:nvPr/>
        </p:nvSpPr>
        <p:spPr>
          <a:xfrm>
            <a:off x="8566792" y="1824437"/>
            <a:ext cx="2935221" cy="9978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Tekstvak 41">
            <a:extLst>
              <a:ext uri="{FF2B5EF4-FFF2-40B4-BE49-F238E27FC236}">
                <a16:creationId xmlns:a16="http://schemas.microsoft.com/office/drawing/2014/main" id="{3CE3759E-7D3A-0ACA-0635-96A62BAF01D1}"/>
              </a:ext>
            </a:extLst>
          </p:cNvPr>
          <p:cNvSpPr txBox="1"/>
          <p:nvPr/>
        </p:nvSpPr>
        <p:spPr>
          <a:xfrm>
            <a:off x="8630466" y="1990163"/>
            <a:ext cx="2658940" cy="710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Client clicks </a:t>
            </a:r>
            <a:r>
              <a:rPr lang="nl-NL" sz="1000" dirty="0" err="1"/>
              <a:t>checkbox</a:t>
            </a:r>
            <a:r>
              <a:rPr lang="nl-NL" sz="1000" dirty="0"/>
              <a:t> L, </a:t>
            </a:r>
            <a:r>
              <a:rPr lang="nl-NL" sz="1000" dirty="0" err="1"/>
              <a:t>dropdown</a:t>
            </a:r>
            <a:r>
              <a:rPr lang="nl-NL" sz="1000" dirty="0"/>
              <a:t> </a:t>
            </a:r>
            <a:r>
              <a:rPr lang="nl-NL" sz="1000" dirty="0" err="1"/>
              <a:t>with</a:t>
            </a:r>
            <a:r>
              <a:rPr lang="nl-NL" sz="1000" dirty="0"/>
              <a:t> </a:t>
            </a:r>
            <a:r>
              <a:rPr lang="nl-NL" sz="1000" dirty="0" err="1"/>
              <a:t>materials</a:t>
            </a:r>
            <a:r>
              <a:rPr lang="nl-NL" sz="1000" dirty="0"/>
              <a:t>. </a:t>
            </a:r>
          </a:p>
          <a:p>
            <a:r>
              <a:rPr lang="nl-NL" sz="1000" dirty="0" err="1"/>
              <a:t>When</a:t>
            </a:r>
            <a:r>
              <a:rPr lang="nl-NL" sz="1000" dirty="0"/>
              <a:t> L is </a:t>
            </a:r>
            <a:r>
              <a:rPr lang="nl-NL" sz="1000" dirty="0" err="1"/>
              <a:t>filled</a:t>
            </a:r>
            <a:r>
              <a:rPr lang="nl-NL" sz="1000" dirty="0"/>
              <a:t> in </a:t>
            </a:r>
            <a:r>
              <a:rPr lang="nl-NL" sz="1000" dirty="0" err="1"/>
              <a:t>then</a:t>
            </a:r>
            <a:r>
              <a:rPr lang="nl-NL" sz="1000" dirty="0"/>
              <a:t> </a:t>
            </a:r>
            <a:r>
              <a:rPr lang="nl-NL" sz="1000" dirty="0" err="1"/>
              <a:t>by</a:t>
            </a:r>
            <a:r>
              <a:rPr lang="nl-NL" sz="1000" dirty="0"/>
              <a:t> default </a:t>
            </a:r>
            <a:r>
              <a:rPr lang="nl-NL" sz="1000" dirty="0" err="1"/>
              <a:t>fill</a:t>
            </a:r>
            <a:r>
              <a:rPr lang="nl-NL" sz="1000" dirty="0"/>
              <a:t> in R, but </a:t>
            </a:r>
            <a:r>
              <a:rPr lang="nl-NL" sz="1000" dirty="0" err="1"/>
              <a:t>it</a:t>
            </a:r>
            <a:r>
              <a:rPr lang="nl-NL" sz="1000" dirty="0"/>
              <a:t> </a:t>
            </a:r>
            <a:r>
              <a:rPr lang="nl-NL" sz="1000" dirty="0" err="1"/>
              <a:t>can</a:t>
            </a:r>
            <a:r>
              <a:rPr lang="nl-NL" sz="1000" dirty="0"/>
              <a:t> </a:t>
            </a:r>
            <a:r>
              <a:rPr lang="nl-NL" sz="1000" dirty="0" err="1"/>
              <a:t>also</a:t>
            </a:r>
            <a:r>
              <a:rPr lang="nl-NL" sz="1000" dirty="0"/>
              <a:t> </a:t>
            </a:r>
            <a:r>
              <a:rPr lang="nl-NL" sz="1000" dirty="0" err="1"/>
              <a:t>be</a:t>
            </a:r>
            <a:r>
              <a:rPr lang="nl-NL" sz="1000" dirty="0"/>
              <a:t> different. </a:t>
            </a:r>
          </a:p>
        </p:txBody>
      </p:sp>
      <p:sp>
        <p:nvSpPr>
          <p:cNvPr id="43" name="Rechthoek 42">
            <a:extLst>
              <a:ext uri="{FF2B5EF4-FFF2-40B4-BE49-F238E27FC236}">
                <a16:creationId xmlns:a16="http://schemas.microsoft.com/office/drawing/2014/main" id="{3E61329B-31BD-2001-2501-7BBC4D0FF96C}"/>
              </a:ext>
            </a:extLst>
          </p:cNvPr>
          <p:cNvSpPr/>
          <p:nvPr/>
        </p:nvSpPr>
        <p:spPr>
          <a:xfrm>
            <a:off x="3947873" y="2544561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4" name="Rechthoek 43">
            <a:extLst>
              <a:ext uri="{FF2B5EF4-FFF2-40B4-BE49-F238E27FC236}">
                <a16:creationId xmlns:a16="http://schemas.microsoft.com/office/drawing/2014/main" id="{54B78087-073C-D82F-1B31-EB4D13B8A6CF}"/>
              </a:ext>
            </a:extLst>
          </p:cNvPr>
          <p:cNvSpPr/>
          <p:nvPr/>
        </p:nvSpPr>
        <p:spPr>
          <a:xfrm>
            <a:off x="5707850" y="2534723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1559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2E976-232F-8B3B-B1FC-18080DF2C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8A4C3C27-D514-417D-FF5D-933C4E3622EB}"/>
              </a:ext>
            </a:extLst>
          </p:cNvPr>
          <p:cNvSpPr txBox="1"/>
          <p:nvPr/>
        </p:nvSpPr>
        <p:spPr>
          <a:xfrm>
            <a:off x="422787" y="259493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Supplements</a:t>
            </a:r>
            <a:r>
              <a:rPr lang="nl-NL" dirty="0"/>
              <a:t> form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98775296-0FCA-5C9F-E953-6290C297C4A3}"/>
              </a:ext>
            </a:extLst>
          </p:cNvPr>
          <p:cNvSpPr/>
          <p:nvPr/>
        </p:nvSpPr>
        <p:spPr>
          <a:xfrm>
            <a:off x="422786" y="310574"/>
            <a:ext cx="3175819" cy="353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51D6C73-E9B4-2E6B-2395-9F4601B92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411" y="310574"/>
            <a:ext cx="739204" cy="548688"/>
          </a:xfrm>
          <a:prstGeom prst="rect">
            <a:avLst/>
          </a:prstGeom>
        </p:spPr>
      </p:pic>
      <p:pic>
        <p:nvPicPr>
          <p:cNvPr id="46" name="Afbeelding 45">
            <a:extLst>
              <a:ext uri="{FF2B5EF4-FFF2-40B4-BE49-F238E27FC236}">
                <a16:creationId xmlns:a16="http://schemas.microsoft.com/office/drawing/2014/main" id="{043C9A32-E043-2576-F8E8-D92727FF5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30" y="1160207"/>
            <a:ext cx="3441728" cy="2268793"/>
          </a:xfrm>
          <a:prstGeom prst="rect">
            <a:avLst/>
          </a:prstGeom>
        </p:spPr>
      </p:pic>
      <p:pic>
        <p:nvPicPr>
          <p:cNvPr id="48" name="Afbeelding 47">
            <a:extLst>
              <a:ext uri="{FF2B5EF4-FFF2-40B4-BE49-F238E27FC236}">
                <a16:creationId xmlns:a16="http://schemas.microsoft.com/office/drawing/2014/main" id="{C7B8ED4D-D216-22A4-38F6-09CB9A7C2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8" y="4606287"/>
            <a:ext cx="3518657" cy="1500604"/>
          </a:xfrm>
          <a:prstGeom prst="rect">
            <a:avLst/>
          </a:prstGeom>
        </p:spPr>
      </p:pic>
      <p:sp>
        <p:nvSpPr>
          <p:cNvPr id="58" name="Tekstvak 57">
            <a:extLst>
              <a:ext uri="{FF2B5EF4-FFF2-40B4-BE49-F238E27FC236}">
                <a16:creationId xmlns:a16="http://schemas.microsoft.com/office/drawing/2014/main" id="{E993C964-E555-FA2E-4800-6AC22956D0EA}"/>
              </a:ext>
            </a:extLst>
          </p:cNvPr>
          <p:cNvSpPr txBox="1"/>
          <p:nvPr/>
        </p:nvSpPr>
        <p:spPr>
          <a:xfrm>
            <a:off x="7344707" y="793364"/>
            <a:ext cx="290354" cy="370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L</a:t>
            </a:r>
          </a:p>
        </p:txBody>
      </p:sp>
      <p:sp>
        <p:nvSpPr>
          <p:cNvPr id="59" name="Tekstvak 58">
            <a:extLst>
              <a:ext uri="{FF2B5EF4-FFF2-40B4-BE49-F238E27FC236}">
                <a16:creationId xmlns:a16="http://schemas.microsoft.com/office/drawing/2014/main" id="{3E2E3CD6-128C-BD32-1ABC-B590D7B0CE2F}"/>
              </a:ext>
            </a:extLst>
          </p:cNvPr>
          <p:cNvSpPr txBox="1"/>
          <p:nvPr/>
        </p:nvSpPr>
        <p:spPr>
          <a:xfrm>
            <a:off x="9111082" y="803194"/>
            <a:ext cx="290354" cy="370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R</a:t>
            </a:r>
          </a:p>
        </p:txBody>
      </p:sp>
      <p:sp>
        <p:nvSpPr>
          <p:cNvPr id="60" name="Rechthoek 59">
            <a:extLst>
              <a:ext uri="{FF2B5EF4-FFF2-40B4-BE49-F238E27FC236}">
                <a16:creationId xmlns:a16="http://schemas.microsoft.com/office/drawing/2014/main" id="{10A7DC7F-6D27-3D39-1BBF-FBFCD5379DEC}"/>
              </a:ext>
            </a:extLst>
          </p:cNvPr>
          <p:cNvSpPr/>
          <p:nvPr/>
        </p:nvSpPr>
        <p:spPr>
          <a:xfrm>
            <a:off x="7428501" y="1187707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1" name="Rechthoek 60">
            <a:extLst>
              <a:ext uri="{FF2B5EF4-FFF2-40B4-BE49-F238E27FC236}">
                <a16:creationId xmlns:a16="http://schemas.microsoft.com/office/drawing/2014/main" id="{ECFEF3EC-E7F4-D4E4-FBAB-103E54943F05}"/>
              </a:ext>
            </a:extLst>
          </p:cNvPr>
          <p:cNvSpPr/>
          <p:nvPr/>
        </p:nvSpPr>
        <p:spPr>
          <a:xfrm>
            <a:off x="9188478" y="1177869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2" name="Tekstvak 61">
            <a:extLst>
              <a:ext uri="{FF2B5EF4-FFF2-40B4-BE49-F238E27FC236}">
                <a16:creationId xmlns:a16="http://schemas.microsoft.com/office/drawing/2014/main" id="{7EF06F00-B39C-E2AA-48EA-93DF6C25A9F0}"/>
              </a:ext>
            </a:extLst>
          </p:cNvPr>
          <p:cNvSpPr txBox="1"/>
          <p:nvPr/>
        </p:nvSpPr>
        <p:spPr>
          <a:xfrm>
            <a:off x="7740000" y="806951"/>
            <a:ext cx="1706406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Choose</a:t>
            </a:r>
            <a:r>
              <a:rPr lang="nl-NL" sz="1000" dirty="0"/>
              <a:t> </a:t>
            </a:r>
            <a:r>
              <a:rPr lang="nl-NL" sz="1000" dirty="0" err="1"/>
              <a:t>supplements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63" name="Tekstvak 62">
            <a:extLst>
              <a:ext uri="{FF2B5EF4-FFF2-40B4-BE49-F238E27FC236}">
                <a16:creationId xmlns:a16="http://schemas.microsoft.com/office/drawing/2014/main" id="{BCC48669-0290-6565-22DA-7F0AED8C680A}"/>
              </a:ext>
            </a:extLst>
          </p:cNvPr>
          <p:cNvSpPr txBox="1"/>
          <p:nvPr/>
        </p:nvSpPr>
        <p:spPr>
          <a:xfrm>
            <a:off x="5212184" y="1663118"/>
            <a:ext cx="1706406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Standard</a:t>
            </a:r>
          </a:p>
          <a:p>
            <a:endParaRPr lang="nl-NL" sz="1000" dirty="0"/>
          </a:p>
        </p:txBody>
      </p:sp>
      <p:sp>
        <p:nvSpPr>
          <p:cNvPr id="64" name="Tekstvak 63">
            <a:extLst>
              <a:ext uri="{FF2B5EF4-FFF2-40B4-BE49-F238E27FC236}">
                <a16:creationId xmlns:a16="http://schemas.microsoft.com/office/drawing/2014/main" id="{26B0B0A6-21E7-D553-5B95-80C73FD043D3}"/>
              </a:ext>
            </a:extLst>
          </p:cNvPr>
          <p:cNvSpPr txBox="1"/>
          <p:nvPr/>
        </p:nvSpPr>
        <p:spPr>
          <a:xfrm>
            <a:off x="5212184" y="2064630"/>
            <a:ext cx="1706406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Low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lateral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65" name="Tekstvak 64">
            <a:extLst>
              <a:ext uri="{FF2B5EF4-FFF2-40B4-BE49-F238E27FC236}">
                <a16:creationId xmlns:a16="http://schemas.microsoft.com/office/drawing/2014/main" id="{30D5592C-1CF5-1721-21E3-3A42B1990C7C}"/>
              </a:ext>
            </a:extLst>
          </p:cNvPr>
          <p:cNvSpPr txBox="1"/>
          <p:nvPr/>
        </p:nvSpPr>
        <p:spPr>
          <a:xfrm>
            <a:off x="5173387" y="2485771"/>
            <a:ext cx="1706406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Low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66" name="Tekstvak 65">
            <a:extLst>
              <a:ext uri="{FF2B5EF4-FFF2-40B4-BE49-F238E27FC236}">
                <a16:creationId xmlns:a16="http://schemas.microsoft.com/office/drawing/2014/main" id="{9556554E-7C2D-067A-B08A-B531FD678119}"/>
              </a:ext>
            </a:extLst>
          </p:cNvPr>
          <p:cNvSpPr txBox="1"/>
          <p:nvPr/>
        </p:nvSpPr>
        <p:spPr>
          <a:xfrm>
            <a:off x="5173386" y="2867654"/>
            <a:ext cx="205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Low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r>
              <a:rPr lang="nl-NL" sz="1000" dirty="0"/>
              <a:t>/</a:t>
            </a:r>
            <a:r>
              <a:rPr lang="nl-NL" sz="1000" dirty="0" err="1"/>
              <a:t>lateral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67" name="Tekstvak 66">
            <a:extLst>
              <a:ext uri="{FF2B5EF4-FFF2-40B4-BE49-F238E27FC236}">
                <a16:creationId xmlns:a16="http://schemas.microsoft.com/office/drawing/2014/main" id="{CC844978-C970-41F7-6532-EC05A497FEE2}"/>
              </a:ext>
            </a:extLst>
          </p:cNvPr>
          <p:cNvSpPr txBox="1"/>
          <p:nvPr/>
        </p:nvSpPr>
        <p:spPr>
          <a:xfrm>
            <a:off x="5178614" y="3197918"/>
            <a:ext cx="205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High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r>
              <a:rPr lang="nl-NL" sz="1000" dirty="0"/>
              <a:t>/</a:t>
            </a:r>
            <a:r>
              <a:rPr lang="nl-NL" sz="1000" dirty="0" err="1"/>
              <a:t>lateral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68" name="Tekstvak 67">
            <a:extLst>
              <a:ext uri="{FF2B5EF4-FFF2-40B4-BE49-F238E27FC236}">
                <a16:creationId xmlns:a16="http://schemas.microsoft.com/office/drawing/2014/main" id="{18B6ADAC-E0E9-E456-7887-BC0AFA57CD01}"/>
              </a:ext>
            </a:extLst>
          </p:cNvPr>
          <p:cNvSpPr txBox="1"/>
          <p:nvPr/>
        </p:nvSpPr>
        <p:spPr>
          <a:xfrm>
            <a:off x="5212184" y="3690307"/>
            <a:ext cx="20533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High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r>
              <a:rPr lang="nl-NL" sz="1000" dirty="0"/>
              <a:t>/</a:t>
            </a:r>
            <a:r>
              <a:rPr lang="nl-NL" sz="1000" dirty="0" err="1"/>
              <a:t>lateral</a:t>
            </a:r>
            <a:r>
              <a:rPr lang="nl-NL" sz="1000" dirty="0"/>
              <a:t> open achilles</a:t>
            </a:r>
          </a:p>
          <a:p>
            <a:endParaRPr lang="nl-NL" sz="1000" dirty="0"/>
          </a:p>
        </p:txBody>
      </p:sp>
      <p:sp>
        <p:nvSpPr>
          <p:cNvPr id="69" name="Tekstvak 68">
            <a:extLst>
              <a:ext uri="{FF2B5EF4-FFF2-40B4-BE49-F238E27FC236}">
                <a16:creationId xmlns:a16="http://schemas.microsoft.com/office/drawing/2014/main" id="{1083E489-C369-9696-77B6-9ED743244C02}"/>
              </a:ext>
            </a:extLst>
          </p:cNvPr>
          <p:cNvSpPr txBox="1"/>
          <p:nvPr/>
        </p:nvSpPr>
        <p:spPr>
          <a:xfrm>
            <a:off x="5212184" y="4613527"/>
            <a:ext cx="205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High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lateral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70" name="Tekstvak 69">
            <a:extLst>
              <a:ext uri="{FF2B5EF4-FFF2-40B4-BE49-F238E27FC236}">
                <a16:creationId xmlns:a16="http://schemas.microsoft.com/office/drawing/2014/main" id="{6AE3F22C-460D-A131-ED98-4DFC1EB87340}"/>
              </a:ext>
            </a:extLst>
          </p:cNvPr>
          <p:cNvSpPr txBox="1"/>
          <p:nvPr/>
        </p:nvSpPr>
        <p:spPr>
          <a:xfrm>
            <a:off x="5212183" y="5353926"/>
            <a:ext cx="205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High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71" name="Tekstvak 70">
            <a:extLst>
              <a:ext uri="{FF2B5EF4-FFF2-40B4-BE49-F238E27FC236}">
                <a16:creationId xmlns:a16="http://schemas.microsoft.com/office/drawing/2014/main" id="{6B12F816-324D-FC15-D54A-9F8E0CA68779}"/>
              </a:ext>
            </a:extLst>
          </p:cNvPr>
          <p:cNvSpPr txBox="1"/>
          <p:nvPr/>
        </p:nvSpPr>
        <p:spPr>
          <a:xfrm>
            <a:off x="5212183" y="6058252"/>
            <a:ext cx="2595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Tongue supplement </a:t>
            </a:r>
            <a:r>
              <a:rPr lang="nl-NL" sz="1000" dirty="0" err="1"/>
              <a:t>amputation</a:t>
            </a:r>
            <a:r>
              <a:rPr lang="nl-NL" sz="1000" dirty="0"/>
              <a:t> </a:t>
            </a:r>
            <a:r>
              <a:rPr lang="nl-NL" sz="1000" dirty="0" err="1"/>
              <a:t>forefoot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77" name="Tekstvak 76">
            <a:extLst>
              <a:ext uri="{FF2B5EF4-FFF2-40B4-BE49-F238E27FC236}">
                <a16:creationId xmlns:a16="http://schemas.microsoft.com/office/drawing/2014/main" id="{FCD85A7C-2F23-8DFE-3AD1-BE4B7E8620C2}"/>
              </a:ext>
            </a:extLst>
          </p:cNvPr>
          <p:cNvSpPr txBox="1"/>
          <p:nvPr/>
        </p:nvSpPr>
        <p:spPr>
          <a:xfrm>
            <a:off x="8943531" y="1668032"/>
            <a:ext cx="1706406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Standard</a:t>
            </a:r>
          </a:p>
          <a:p>
            <a:endParaRPr lang="nl-NL" sz="1000" dirty="0"/>
          </a:p>
        </p:txBody>
      </p:sp>
      <p:sp>
        <p:nvSpPr>
          <p:cNvPr id="78" name="Tekstvak 77">
            <a:extLst>
              <a:ext uri="{FF2B5EF4-FFF2-40B4-BE49-F238E27FC236}">
                <a16:creationId xmlns:a16="http://schemas.microsoft.com/office/drawing/2014/main" id="{BF950C8B-CA7C-B3F8-075B-76960256C86B}"/>
              </a:ext>
            </a:extLst>
          </p:cNvPr>
          <p:cNvSpPr txBox="1"/>
          <p:nvPr/>
        </p:nvSpPr>
        <p:spPr>
          <a:xfrm>
            <a:off x="8943531" y="2069544"/>
            <a:ext cx="1706406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Low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lateral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79" name="Tekstvak 78">
            <a:extLst>
              <a:ext uri="{FF2B5EF4-FFF2-40B4-BE49-F238E27FC236}">
                <a16:creationId xmlns:a16="http://schemas.microsoft.com/office/drawing/2014/main" id="{6650DDD0-A253-E7DA-FC59-9C627DF0DB7B}"/>
              </a:ext>
            </a:extLst>
          </p:cNvPr>
          <p:cNvSpPr txBox="1"/>
          <p:nvPr/>
        </p:nvSpPr>
        <p:spPr>
          <a:xfrm>
            <a:off x="8904734" y="2490685"/>
            <a:ext cx="1706406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Low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80" name="Tekstvak 79">
            <a:extLst>
              <a:ext uri="{FF2B5EF4-FFF2-40B4-BE49-F238E27FC236}">
                <a16:creationId xmlns:a16="http://schemas.microsoft.com/office/drawing/2014/main" id="{1606346E-E1A1-FA88-3333-62AED7764BDE}"/>
              </a:ext>
            </a:extLst>
          </p:cNvPr>
          <p:cNvSpPr txBox="1"/>
          <p:nvPr/>
        </p:nvSpPr>
        <p:spPr>
          <a:xfrm>
            <a:off x="8904733" y="2872568"/>
            <a:ext cx="205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Low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r>
              <a:rPr lang="nl-NL" sz="1000" dirty="0"/>
              <a:t>/</a:t>
            </a:r>
            <a:r>
              <a:rPr lang="nl-NL" sz="1000" dirty="0" err="1"/>
              <a:t>lateral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81" name="Tekstvak 80">
            <a:extLst>
              <a:ext uri="{FF2B5EF4-FFF2-40B4-BE49-F238E27FC236}">
                <a16:creationId xmlns:a16="http://schemas.microsoft.com/office/drawing/2014/main" id="{0B177BDD-4F64-BF1D-202B-BB846D96D0BC}"/>
              </a:ext>
            </a:extLst>
          </p:cNvPr>
          <p:cNvSpPr txBox="1"/>
          <p:nvPr/>
        </p:nvSpPr>
        <p:spPr>
          <a:xfrm>
            <a:off x="8909961" y="3202832"/>
            <a:ext cx="205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High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r>
              <a:rPr lang="nl-NL" sz="1000" dirty="0"/>
              <a:t>/</a:t>
            </a:r>
            <a:r>
              <a:rPr lang="nl-NL" sz="1000" dirty="0" err="1"/>
              <a:t>lateral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82" name="Tekstvak 81">
            <a:extLst>
              <a:ext uri="{FF2B5EF4-FFF2-40B4-BE49-F238E27FC236}">
                <a16:creationId xmlns:a16="http://schemas.microsoft.com/office/drawing/2014/main" id="{1DC8F395-230B-1353-8C7A-96BFBE8593A5}"/>
              </a:ext>
            </a:extLst>
          </p:cNvPr>
          <p:cNvSpPr txBox="1"/>
          <p:nvPr/>
        </p:nvSpPr>
        <p:spPr>
          <a:xfrm>
            <a:off x="8943531" y="3695221"/>
            <a:ext cx="20533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High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r>
              <a:rPr lang="nl-NL" sz="1000" dirty="0"/>
              <a:t>/</a:t>
            </a:r>
            <a:r>
              <a:rPr lang="nl-NL" sz="1000" dirty="0" err="1"/>
              <a:t>lateral</a:t>
            </a:r>
            <a:r>
              <a:rPr lang="nl-NL" sz="1000" dirty="0"/>
              <a:t> open achilles</a:t>
            </a:r>
          </a:p>
          <a:p>
            <a:endParaRPr lang="nl-NL" sz="1000" dirty="0"/>
          </a:p>
        </p:txBody>
      </p:sp>
      <p:sp>
        <p:nvSpPr>
          <p:cNvPr id="83" name="Tekstvak 82">
            <a:extLst>
              <a:ext uri="{FF2B5EF4-FFF2-40B4-BE49-F238E27FC236}">
                <a16:creationId xmlns:a16="http://schemas.microsoft.com/office/drawing/2014/main" id="{56DDE69D-7F00-05C5-D30C-B46766E9CCF4}"/>
              </a:ext>
            </a:extLst>
          </p:cNvPr>
          <p:cNvSpPr txBox="1"/>
          <p:nvPr/>
        </p:nvSpPr>
        <p:spPr>
          <a:xfrm>
            <a:off x="8943531" y="4618441"/>
            <a:ext cx="205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High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lateral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84" name="Tekstvak 83">
            <a:extLst>
              <a:ext uri="{FF2B5EF4-FFF2-40B4-BE49-F238E27FC236}">
                <a16:creationId xmlns:a16="http://schemas.microsoft.com/office/drawing/2014/main" id="{024C7713-661B-F69A-FB29-B7594586DEA5}"/>
              </a:ext>
            </a:extLst>
          </p:cNvPr>
          <p:cNvSpPr txBox="1"/>
          <p:nvPr/>
        </p:nvSpPr>
        <p:spPr>
          <a:xfrm>
            <a:off x="8943530" y="5358840"/>
            <a:ext cx="205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High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85" name="Tekstvak 84">
            <a:extLst>
              <a:ext uri="{FF2B5EF4-FFF2-40B4-BE49-F238E27FC236}">
                <a16:creationId xmlns:a16="http://schemas.microsoft.com/office/drawing/2014/main" id="{AF791D66-9829-D05D-6512-25B62DA4B3DF}"/>
              </a:ext>
            </a:extLst>
          </p:cNvPr>
          <p:cNvSpPr txBox="1"/>
          <p:nvPr/>
        </p:nvSpPr>
        <p:spPr>
          <a:xfrm>
            <a:off x="8943530" y="6063166"/>
            <a:ext cx="2595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Tongue supplement </a:t>
            </a:r>
            <a:r>
              <a:rPr lang="nl-NL" sz="1000" dirty="0" err="1"/>
              <a:t>amputation</a:t>
            </a:r>
            <a:r>
              <a:rPr lang="nl-NL" sz="1000" dirty="0"/>
              <a:t> </a:t>
            </a:r>
            <a:r>
              <a:rPr lang="nl-NL" sz="1000" dirty="0" err="1"/>
              <a:t>forefoot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86" name="Rechthoek 85">
            <a:extLst>
              <a:ext uri="{FF2B5EF4-FFF2-40B4-BE49-F238E27FC236}">
                <a16:creationId xmlns:a16="http://schemas.microsoft.com/office/drawing/2014/main" id="{7FE72409-608A-C11E-CA7A-D0E9031520AF}"/>
              </a:ext>
            </a:extLst>
          </p:cNvPr>
          <p:cNvSpPr/>
          <p:nvPr/>
        </p:nvSpPr>
        <p:spPr>
          <a:xfrm flipV="1">
            <a:off x="79949" y="1125365"/>
            <a:ext cx="3882452" cy="5167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7" name="Rechthoek 86">
            <a:extLst>
              <a:ext uri="{FF2B5EF4-FFF2-40B4-BE49-F238E27FC236}">
                <a16:creationId xmlns:a16="http://schemas.microsoft.com/office/drawing/2014/main" id="{73274D74-ABDD-ACC9-B75D-76E32848F7BA}"/>
              </a:ext>
            </a:extLst>
          </p:cNvPr>
          <p:cNvSpPr/>
          <p:nvPr/>
        </p:nvSpPr>
        <p:spPr>
          <a:xfrm>
            <a:off x="4680155" y="793364"/>
            <a:ext cx="6666271" cy="5895497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8" name="Rechthoek 87">
            <a:extLst>
              <a:ext uri="{FF2B5EF4-FFF2-40B4-BE49-F238E27FC236}">
                <a16:creationId xmlns:a16="http://schemas.microsoft.com/office/drawing/2014/main" id="{F505810C-8231-6781-0925-6CC5AEB2D786}"/>
              </a:ext>
            </a:extLst>
          </p:cNvPr>
          <p:cNvSpPr/>
          <p:nvPr/>
        </p:nvSpPr>
        <p:spPr>
          <a:xfrm>
            <a:off x="4304965" y="107084"/>
            <a:ext cx="4257368" cy="607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9" name="Tekstvak 88">
            <a:extLst>
              <a:ext uri="{FF2B5EF4-FFF2-40B4-BE49-F238E27FC236}">
                <a16:creationId xmlns:a16="http://schemas.microsoft.com/office/drawing/2014/main" id="{FDCAF3CD-B893-1E1B-9D1F-0CC8D48237E4}"/>
              </a:ext>
            </a:extLst>
          </p:cNvPr>
          <p:cNvSpPr txBox="1"/>
          <p:nvPr/>
        </p:nvSpPr>
        <p:spPr>
          <a:xfrm>
            <a:off x="4525315" y="212145"/>
            <a:ext cx="3856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Client </a:t>
            </a:r>
            <a:r>
              <a:rPr lang="nl-NL" sz="1000" dirty="0" err="1"/>
              <a:t>needs</a:t>
            </a:r>
            <a:r>
              <a:rPr lang="nl-NL" sz="1000" dirty="0"/>
              <a:t> </a:t>
            </a:r>
            <a:r>
              <a:rPr lang="nl-NL" sz="1000" dirty="0" err="1"/>
              <a:t>to</a:t>
            </a:r>
            <a:r>
              <a:rPr lang="nl-NL" sz="1000" dirty="0"/>
              <a:t> check L </a:t>
            </a:r>
            <a:r>
              <a:rPr lang="nl-NL" sz="1000" b="1" dirty="0" err="1"/>
              <a:t>and</a:t>
            </a:r>
            <a:r>
              <a:rPr lang="nl-NL" sz="1000" dirty="0"/>
              <a:t> R</a:t>
            </a:r>
          </a:p>
          <a:p>
            <a:r>
              <a:rPr lang="nl-NL" sz="1000" dirty="0" err="1"/>
              <a:t>There</a:t>
            </a:r>
            <a:r>
              <a:rPr lang="nl-NL" sz="1000" dirty="0"/>
              <a:t> are no </a:t>
            </a:r>
            <a:r>
              <a:rPr lang="nl-NL" sz="1000" dirty="0" err="1"/>
              <a:t>defaults</a:t>
            </a:r>
            <a:r>
              <a:rPr lang="nl-NL" sz="1000" dirty="0"/>
              <a:t> in </a:t>
            </a:r>
            <a:r>
              <a:rPr lang="nl-NL" sz="1000" dirty="0" err="1"/>
              <a:t>this</a:t>
            </a:r>
            <a:r>
              <a:rPr lang="nl-NL" sz="1000" dirty="0"/>
              <a:t> </a:t>
            </a:r>
            <a:r>
              <a:rPr lang="nl-NL" sz="1000" dirty="0" err="1"/>
              <a:t>checkboxes</a:t>
            </a:r>
            <a:r>
              <a:rPr lang="nl-NL" sz="1000" dirty="0"/>
              <a:t> </a:t>
            </a:r>
          </a:p>
        </p:txBody>
      </p:sp>
      <p:sp>
        <p:nvSpPr>
          <p:cNvPr id="90" name="Rechthoek 89">
            <a:extLst>
              <a:ext uri="{FF2B5EF4-FFF2-40B4-BE49-F238E27FC236}">
                <a16:creationId xmlns:a16="http://schemas.microsoft.com/office/drawing/2014/main" id="{62F942FC-3D95-AFAA-F4AD-58BE91FB7BEC}"/>
              </a:ext>
            </a:extLst>
          </p:cNvPr>
          <p:cNvSpPr/>
          <p:nvPr/>
        </p:nvSpPr>
        <p:spPr>
          <a:xfrm>
            <a:off x="4914459" y="1736624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1" name="Rechthoek 90">
            <a:extLst>
              <a:ext uri="{FF2B5EF4-FFF2-40B4-BE49-F238E27FC236}">
                <a16:creationId xmlns:a16="http://schemas.microsoft.com/office/drawing/2014/main" id="{9B3F8697-13F8-596C-ACEF-4B8E1FB98A0E}"/>
              </a:ext>
            </a:extLst>
          </p:cNvPr>
          <p:cNvSpPr/>
          <p:nvPr/>
        </p:nvSpPr>
        <p:spPr>
          <a:xfrm>
            <a:off x="4914459" y="2101719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2" name="Rechthoek 91">
            <a:extLst>
              <a:ext uri="{FF2B5EF4-FFF2-40B4-BE49-F238E27FC236}">
                <a16:creationId xmlns:a16="http://schemas.microsoft.com/office/drawing/2014/main" id="{727753E7-34F2-7956-152A-1AB7E052EDE5}"/>
              </a:ext>
            </a:extLst>
          </p:cNvPr>
          <p:cNvSpPr/>
          <p:nvPr/>
        </p:nvSpPr>
        <p:spPr>
          <a:xfrm>
            <a:off x="4914459" y="2541323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3" name="Rechthoek 92">
            <a:extLst>
              <a:ext uri="{FF2B5EF4-FFF2-40B4-BE49-F238E27FC236}">
                <a16:creationId xmlns:a16="http://schemas.microsoft.com/office/drawing/2014/main" id="{C2B81415-9CEA-6DE7-DC39-B07190B57C77}"/>
              </a:ext>
            </a:extLst>
          </p:cNvPr>
          <p:cNvSpPr/>
          <p:nvPr/>
        </p:nvSpPr>
        <p:spPr>
          <a:xfrm>
            <a:off x="4914459" y="2931375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4" name="Rechthoek 93">
            <a:extLst>
              <a:ext uri="{FF2B5EF4-FFF2-40B4-BE49-F238E27FC236}">
                <a16:creationId xmlns:a16="http://schemas.microsoft.com/office/drawing/2014/main" id="{5FC8D88C-16AA-4FCA-6E42-DA61BD0F3CD4}"/>
              </a:ext>
            </a:extLst>
          </p:cNvPr>
          <p:cNvSpPr/>
          <p:nvPr/>
        </p:nvSpPr>
        <p:spPr>
          <a:xfrm>
            <a:off x="4914459" y="3258058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5" name="Rechthoek 94">
            <a:extLst>
              <a:ext uri="{FF2B5EF4-FFF2-40B4-BE49-F238E27FC236}">
                <a16:creationId xmlns:a16="http://schemas.microsoft.com/office/drawing/2014/main" id="{51750E14-AB51-E64B-168C-D51DBA985847}"/>
              </a:ext>
            </a:extLst>
          </p:cNvPr>
          <p:cNvSpPr/>
          <p:nvPr/>
        </p:nvSpPr>
        <p:spPr>
          <a:xfrm>
            <a:off x="4909767" y="3788882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6" name="Rechthoek 95">
            <a:extLst>
              <a:ext uri="{FF2B5EF4-FFF2-40B4-BE49-F238E27FC236}">
                <a16:creationId xmlns:a16="http://schemas.microsoft.com/office/drawing/2014/main" id="{E96CF3C1-34CC-3532-DC8F-6F9577360200}"/>
              </a:ext>
            </a:extLst>
          </p:cNvPr>
          <p:cNvSpPr/>
          <p:nvPr/>
        </p:nvSpPr>
        <p:spPr>
          <a:xfrm>
            <a:off x="4909767" y="4677248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7" name="Rechthoek 96">
            <a:extLst>
              <a:ext uri="{FF2B5EF4-FFF2-40B4-BE49-F238E27FC236}">
                <a16:creationId xmlns:a16="http://schemas.microsoft.com/office/drawing/2014/main" id="{859B97ED-8D71-FA2F-7540-10C81F59A72E}"/>
              </a:ext>
            </a:extLst>
          </p:cNvPr>
          <p:cNvSpPr/>
          <p:nvPr/>
        </p:nvSpPr>
        <p:spPr>
          <a:xfrm>
            <a:off x="4909767" y="5429280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8" name="Rechthoek 97">
            <a:extLst>
              <a:ext uri="{FF2B5EF4-FFF2-40B4-BE49-F238E27FC236}">
                <a16:creationId xmlns:a16="http://schemas.microsoft.com/office/drawing/2014/main" id="{5E9C592F-E5CF-53EB-945E-B3781BE3C303}"/>
              </a:ext>
            </a:extLst>
          </p:cNvPr>
          <p:cNvSpPr/>
          <p:nvPr/>
        </p:nvSpPr>
        <p:spPr>
          <a:xfrm>
            <a:off x="4909767" y="6132864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9" name="Rechthoek 98">
            <a:extLst>
              <a:ext uri="{FF2B5EF4-FFF2-40B4-BE49-F238E27FC236}">
                <a16:creationId xmlns:a16="http://schemas.microsoft.com/office/drawing/2014/main" id="{71DB8892-1885-9E38-D6BE-7DBD7D324A63}"/>
              </a:ext>
            </a:extLst>
          </p:cNvPr>
          <p:cNvSpPr/>
          <p:nvPr/>
        </p:nvSpPr>
        <p:spPr>
          <a:xfrm>
            <a:off x="8586818" y="1780872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0" name="Rechthoek 99">
            <a:extLst>
              <a:ext uri="{FF2B5EF4-FFF2-40B4-BE49-F238E27FC236}">
                <a16:creationId xmlns:a16="http://schemas.microsoft.com/office/drawing/2014/main" id="{78821FB2-C854-6CA3-3080-8E75F42ADD05}"/>
              </a:ext>
            </a:extLst>
          </p:cNvPr>
          <p:cNvSpPr/>
          <p:nvPr/>
        </p:nvSpPr>
        <p:spPr>
          <a:xfrm>
            <a:off x="8586818" y="2145967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1" name="Rechthoek 100">
            <a:extLst>
              <a:ext uri="{FF2B5EF4-FFF2-40B4-BE49-F238E27FC236}">
                <a16:creationId xmlns:a16="http://schemas.microsoft.com/office/drawing/2014/main" id="{E427CF41-AA6B-DB12-5A98-94BC43248803}"/>
              </a:ext>
            </a:extLst>
          </p:cNvPr>
          <p:cNvSpPr/>
          <p:nvPr/>
        </p:nvSpPr>
        <p:spPr>
          <a:xfrm>
            <a:off x="8586818" y="2585571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2" name="Rechthoek 101">
            <a:extLst>
              <a:ext uri="{FF2B5EF4-FFF2-40B4-BE49-F238E27FC236}">
                <a16:creationId xmlns:a16="http://schemas.microsoft.com/office/drawing/2014/main" id="{82B28682-4693-A5F5-AF94-120C14F6E381}"/>
              </a:ext>
            </a:extLst>
          </p:cNvPr>
          <p:cNvSpPr/>
          <p:nvPr/>
        </p:nvSpPr>
        <p:spPr>
          <a:xfrm>
            <a:off x="8586818" y="2975623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3" name="Rechthoek 102">
            <a:extLst>
              <a:ext uri="{FF2B5EF4-FFF2-40B4-BE49-F238E27FC236}">
                <a16:creationId xmlns:a16="http://schemas.microsoft.com/office/drawing/2014/main" id="{FE460543-01AF-E0F5-2F95-388CB5D35050}"/>
              </a:ext>
            </a:extLst>
          </p:cNvPr>
          <p:cNvSpPr/>
          <p:nvPr/>
        </p:nvSpPr>
        <p:spPr>
          <a:xfrm>
            <a:off x="8586818" y="3302306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4" name="Rechthoek 103">
            <a:extLst>
              <a:ext uri="{FF2B5EF4-FFF2-40B4-BE49-F238E27FC236}">
                <a16:creationId xmlns:a16="http://schemas.microsoft.com/office/drawing/2014/main" id="{CC6BFF15-52D4-2492-EF8E-E2065823762E}"/>
              </a:ext>
            </a:extLst>
          </p:cNvPr>
          <p:cNvSpPr/>
          <p:nvPr/>
        </p:nvSpPr>
        <p:spPr>
          <a:xfrm>
            <a:off x="8582126" y="3833130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5" name="Rechthoek 104">
            <a:extLst>
              <a:ext uri="{FF2B5EF4-FFF2-40B4-BE49-F238E27FC236}">
                <a16:creationId xmlns:a16="http://schemas.microsoft.com/office/drawing/2014/main" id="{98D4E554-A778-4590-4D38-518438D24499}"/>
              </a:ext>
            </a:extLst>
          </p:cNvPr>
          <p:cNvSpPr/>
          <p:nvPr/>
        </p:nvSpPr>
        <p:spPr>
          <a:xfrm>
            <a:off x="8582126" y="4721496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6" name="Rechthoek 105">
            <a:extLst>
              <a:ext uri="{FF2B5EF4-FFF2-40B4-BE49-F238E27FC236}">
                <a16:creationId xmlns:a16="http://schemas.microsoft.com/office/drawing/2014/main" id="{29082ADC-C9BC-A8FE-3DA2-82EE6985DBF6}"/>
              </a:ext>
            </a:extLst>
          </p:cNvPr>
          <p:cNvSpPr/>
          <p:nvPr/>
        </p:nvSpPr>
        <p:spPr>
          <a:xfrm>
            <a:off x="8582126" y="5473528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7" name="Rechthoek 106">
            <a:extLst>
              <a:ext uri="{FF2B5EF4-FFF2-40B4-BE49-F238E27FC236}">
                <a16:creationId xmlns:a16="http://schemas.microsoft.com/office/drawing/2014/main" id="{E8052FBD-E79A-2D0A-8A48-C29B023D8920}"/>
              </a:ext>
            </a:extLst>
          </p:cNvPr>
          <p:cNvSpPr/>
          <p:nvPr/>
        </p:nvSpPr>
        <p:spPr>
          <a:xfrm>
            <a:off x="8582126" y="6177112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60015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FE641-27D5-4DEE-01EE-4457566B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A1138B55-F6FD-695B-ECBE-2DBAF9A67A4F}"/>
              </a:ext>
            </a:extLst>
          </p:cNvPr>
          <p:cNvSpPr txBox="1"/>
          <p:nvPr/>
        </p:nvSpPr>
        <p:spPr>
          <a:xfrm>
            <a:off x="422786" y="241113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Supplements</a:t>
            </a:r>
            <a:r>
              <a:rPr lang="nl-NL" dirty="0"/>
              <a:t> form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14ACD3E0-C63A-554C-875B-E156492863CD}"/>
              </a:ext>
            </a:extLst>
          </p:cNvPr>
          <p:cNvSpPr/>
          <p:nvPr/>
        </p:nvSpPr>
        <p:spPr>
          <a:xfrm>
            <a:off x="422786" y="310574"/>
            <a:ext cx="3175819" cy="353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87609132-42A5-6D2F-EE41-890D1FD26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411" y="310574"/>
            <a:ext cx="739204" cy="548688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C16007BD-C0B5-084F-C2FB-5CC481A1CC4C}"/>
              </a:ext>
            </a:extLst>
          </p:cNvPr>
          <p:cNvSpPr txBox="1"/>
          <p:nvPr/>
        </p:nvSpPr>
        <p:spPr>
          <a:xfrm>
            <a:off x="9410572" y="896753"/>
            <a:ext cx="1706406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Standard</a:t>
            </a:r>
          </a:p>
          <a:p>
            <a:endParaRPr lang="nl-NL" sz="1000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F01E4336-E312-017E-42D7-2281C3276111}"/>
              </a:ext>
            </a:extLst>
          </p:cNvPr>
          <p:cNvSpPr txBox="1"/>
          <p:nvPr/>
        </p:nvSpPr>
        <p:spPr>
          <a:xfrm>
            <a:off x="935138" y="1523855"/>
            <a:ext cx="1706406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Low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lateral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4DB26AD1-E968-6B28-3D72-EE09724E096F}"/>
              </a:ext>
            </a:extLst>
          </p:cNvPr>
          <p:cNvSpPr txBox="1"/>
          <p:nvPr/>
        </p:nvSpPr>
        <p:spPr>
          <a:xfrm>
            <a:off x="896341" y="1944996"/>
            <a:ext cx="1706406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Low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9BD1CA57-D1AD-0743-C423-99E8B370540D}"/>
              </a:ext>
            </a:extLst>
          </p:cNvPr>
          <p:cNvSpPr txBox="1"/>
          <p:nvPr/>
        </p:nvSpPr>
        <p:spPr>
          <a:xfrm>
            <a:off x="896340" y="2326879"/>
            <a:ext cx="205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Low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r>
              <a:rPr lang="nl-NL" sz="1000" dirty="0"/>
              <a:t>/</a:t>
            </a:r>
            <a:r>
              <a:rPr lang="nl-NL" sz="1000" dirty="0" err="1"/>
              <a:t>lateral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A45903AE-CD64-C21E-8902-9202A99DBC80}"/>
              </a:ext>
            </a:extLst>
          </p:cNvPr>
          <p:cNvSpPr txBox="1"/>
          <p:nvPr/>
        </p:nvSpPr>
        <p:spPr>
          <a:xfrm>
            <a:off x="901568" y="2657143"/>
            <a:ext cx="205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High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r>
              <a:rPr lang="nl-NL" sz="1000" dirty="0"/>
              <a:t>/</a:t>
            </a:r>
            <a:r>
              <a:rPr lang="nl-NL" sz="1000" dirty="0" err="1"/>
              <a:t>lateral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4AE7B78E-6BF3-CAE6-7594-5186F2C47681}"/>
              </a:ext>
            </a:extLst>
          </p:cNvPr>
          <p:cNvSpPr txBox="1"/>
          <p:nvPr/>
        </p:nvSpPr>
        <p:spPr>
          <a:xfrm>
            <a:off x="935138" y="3149532"/>
            <a:ext cx="20533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High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r>
              <a:rPr lang="nl-NL" sz="1000" dirty="0"/>
              <a:t>/</a:t>
            </a:r>
            <a:r>
              <a:rPr lang="nl-NL" sz="1000" dirty="0" err="1"/>
              <a:t>lateral</a:t>
            </a:r>
            <a:r>
              <a:rPr lang="nl-NL" sz="1000" dirty="0"/>
              <a:t> open achilles</a:t>
            </a:r>
          </a:p>
          <a:p>
            <a:endParaRPr lang="nl-NL" sz="1000" dirty="0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599D79EC-6088-70CA-D013-D8FC1958A771}"/>
              </a:ext>
            </a:extLst>
          </p:cNvPr>
          <p:cNvSpPr txBox="1"/>
          <p:nvPr/>
        </p:nvSpPr>
        <p:spPr>
          <a:xfrm>
            <a:off x="935138" y="4072752"/>
            <a:ext cx="205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High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lateral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7252F96E-51B4-A641-DC36-CB3BA9033BF1}"/>
              </a:ext>
            </a:extLst>
          </p:cNvPr>
          <p:cNvSpPr txBox="1"/>
          <p:nvPr/>
        </p:nvSpPr>
        <p:spPr>
          <a:xfrm>
            <a:off x="935137" y="4813151"/>
            <a:ext cx="205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High </a:t>
            </a:r>
            <a:r>
              <a:rPr lang="nl-NL" sz="1000" dirty="0" err="1"/>
              <a:t>reinforcement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99969CB4-34C8-CB1E-5372-BDF637B59C69}"/>
              </a:ext>
            </a:extLst>
          </p:cNvPr>
          <p:cNvSpPr txBox="1"/>
          <p:nvPr/>
        </p:nvSpPr>
        <p:spPr>
          <a:xfrm>
            <a:off x="935137" y="5517477"/>
            <a:ext cx="2595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Tongue supplement </a:t>
            </a:r>
            <a:r>
              <a:rPr lang="nl-NL" sz="1000" dirty="0" err="1"/>
              <a:t>amputation</a:t>
            </a:r>
            <a:r>
              <a:rPr lang="nl-NL" sz="1000" dirty="0"/>
              <a:t> </a:t>
            </a:r>
            <a:r>
              <a:rPr lang="nl-NL" sz="1000" dirty="0" err="1"/>
              <a:t>forefoot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525A480E-5D06-4C92-EE77-BBBDD49FE2FE}"/>
              </a:ext>
            </a:extLst>
          </p:cNvPr>
          <p:cNvSpPr/>
          <p:nvPr/>
        </p:nvSpPr>
        <p:spPr>
          <a:xfrm>
            <a:off x="9171840" y="960383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v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5F36E00E-B039-0CAE-2590-B287E8244441}"/>
              </a:ext>
            </a:extLst>
          </p:cNvPr>
          <p:cNvSpPr/>
          <p:nvPr/>
        </p:nvSpPr>
        <p:spPr>
          <a:xfrm>
            <a:off x="637413" y="1560944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DE9B2C42-F913-4BFD-058A-CF29171A41A6}"/>
              </a:ext>
            </a:extLst>
          </p:cNvPr>
          <p:cNvSpPr/>
          <p:nvPr/>
        </p:nvSpPr>
        <p:spPr>
          <a:xfrm>
            <a:off x="637413" y="2000548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20AAD6EB-8BED-26B7-5E6B-41BCDE4B5216}"/>
              </a:ext>
            </a:extLst>
          </p:cNvPr>
          <p:cNvSpPr/>
          <p:nvPr/>
        </p:nvSpPr>
        <p:spPr>
          <a:xfrm>
            <a:off x="637413" y="2390600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4F87B57D-27C0-04CB-F877-DD63A459EC43}"/>
              </a:ext>
            </a:extLst>
          </p:cNvPr>
          <p:cNvSpPr/>
          <p:nvPr/>
        </p:nvSpPr>
        <p:spPr>
          <a:xfrm>
            <a:off x="637413" y="2717283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A38ADE31-79B7-BFE7-0951-9016E6803352}"/>
              </a:ext>
            </a:extLst>
          </p:cNvPr>
          <p:cNvSpPr/>
          <p:nvPr/>
        </p:nvSpPr>
        <p:spPr>
          <a:xfrm>
            <a:off x="632721" y="3248107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4DDA18A4-DD77-FF78-B600-DFF3524FF0CA}"/>
              </a:ext>
            </a:extLst>
          </p:cNvPr>
          <p:cNvSpPr/>
          <p:nvPr/>
        </p:nvSpPr>
        <p:spPr>
          <a:xfrm>
            <a:off x="632721" y="4136473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08556DB6-78E5-9512-B37C-D8398C2DA2FA}"/>
              </a:ext>
            </a:extLst>
          </p:cNvPr>
          <p:cNvSpPr/>
          <p:nvPr/>
        </p:nvSpPr>
        <p:spPr>
          <a:xfrm>
            <a:off x="632721" y="4888505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D37F9140-CC13-C898-AC11-E188519E014E}"/>
              </a:ext>
            </a:extLst>
          </p:cNvPr>
          <p:cNvSpPr/>
          <p:nvPr/>
        </p:nvSpPr>
        <p:spPr>
          <a:xfrm>
            <a:off x="632721" y="5592089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B4EBED0C-1A5E-D472-2036-F52002ABB25B}"/>
              </a:ext>
            </a:extLst>
          </p:cNvPr>
          <p:cNvSpPr txBox="1"/>
          <p:nvPr/>
        </p:nvSpPr>
        <p:spPr>
          <a:xfrm>
            <a:off x="8804813" y="629921"/>
            <a:ext cx="1706406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If</a:t>
            </a:r>
            <a:r>
              <a:rPr lang="nl-NL" sz="1000" dirty="0"/>
              <a:t> </a:t>
            </a:r>
            <a:r>
              <a:rPr lang="nl-NL" sz="1000" dirty="0" err="1"/>
              <a:t>checked</a:t>
            </a:r>
            <a:r>
              <a:rPr lang="nl-NL" sz="1000" dirty="0"/>
              <a:t>, </a:t>
            </a:r>
            <a:r>
              <a:rPr lang="nl-NL" sz="1000" b="1" dirty="0"/>
              <a:t>no</a:t>
            </a:r>
            <a:r>
              <a:rPr lang="nl-NL" sz="1000" dirty="0"/>
              <a:t> </a:t>
            </a:r>
            <a:r>
              <a:rPr lang="nl-NL" sz="1000" dirty="0" err="1"/>
              <a:t>dropdown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174C4AF3-555A-74BA-F008-833A5AAB91FD}"/>
              </a:ext>
            </a:extLst>
          </p:cNvPr>
          <p:cNvSpPr txBox="1"/>
          <p:nvPr/>
        </p:nvSpPr>
        <p:spPr>
          <a:xfrm>
            <a:off x="1079628" y="903882"/>
            <a:ext cx="1706406" cy="40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sz="1000" dirty="0"/>
          </a:p>
          <a:p>
            <a:r>
              <a:rPr lang="nl-NL" sz="1000" dirty="0" err="1"/>
              <a:t>If</a:t>
            </a:r>
            <a:r>
              <a:rPr lang="nl-NL" sz="1000" dirty="0"/>
              <a:t> </a:t>
            </a:r>
            <a:r>
              <a:rPr lang="nl-NL" sz="1000" dirty="0" err="1"/>
              <a:t>checked</a:t>
            </a:r>
            <a:r>
              <a:rPr lang="nl-NL" sz="1000" dirty="0"/>
              <a:t> </a:t>
            </a:r>
            <a:r>
              <a:rPr lang="nl-NL" sz="1000" dirty="0" err="1"/>
              <a:t>dropdown</a:t>
            </a:r>
            <a:endParaRPr lang="nl-NL" sz="1000" dirty="0"/>
          </a:p>
        </p:txBody>
      </p:sp>
      <p:sp>
        <p:nvSpPr>
          <p:cNvPr id="34" name="Rechthoek 33">
            <a:extLst>
              <a:ext uri="{FF2B5EF4-FFF2-40B4-BE49-F238E27FC236}">
                <a16:creationId xmlns:a16="http://schemas.microsoft.com/office/drawing/2014/main" id="{FF009C79-FA40-6262-6EC7-F6157B390686}"/>
              </a:ext>
            </a:extLst>
          </p:cNvPr>
          <p:cNvSpPr/>
          <p:nvPr/>
        </p:nvSpPr>
        <p:spPr>
          <a:xfrm>
            <a:off x="1079628" y="1065142"/>
            <a:ext cx="1398101" cy="25988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Rechthoek 34">
            <a:extLst>
              <a:ext uri="{FF2B5EF4-FFF2-40B4-BE49-F238E27FC236}">
                <a16:creationId xmlns:a16="http://schemas.microsoft.com/office/drawing/2014/main" id="{78E6F9FD-2324-A820-0600-997750309BD2}"/>
              </a:ext>
            </a:extLst>
          </p:cNvPr>
          <p:cNvSpPr/>
          <p:nvPr/>
        </p:nvSpPr>
        <p:spPr>
          <a:xfrm>
            <a:off x="8804813" y="629920"/>
            <a:ext cx="1627214" cy="59678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36" name="Tabel 35">
            <a:extLst>
              <a:ext uri="{FF2B5EF4-FFF2-40B4-BE49-F238E27FC236}">
                <a16:creationId xmlns:a16="http://schemas.microsoft.com/office/drawing/2014/main" id="{93D65280-62E9-323F-C187-24C03DD1C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059242"/>
              </p:ext>
            </p:extLst>
          </p:nvPr>
        </p:nvGraphicFramePr>
        <p:xfrm>
          <a:off x="6505002" y="345039"/>
          <a:ext cx="1191243" cy="2921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755">
                  <a:extLst>
                    <a:ext uri="{9D8B030D-6E8A-4147-A177-3AD203B41FA5}">
                      <a16:colId xmlns:a16="http://schemas.microsoft.com/office/drawing/2014/main" val="4227894052"/>
                    </a:ext>
                  </a:extLst>
                </a:gridCol>
                <a:gridCol w="591488">
                  <a:extLst>
                    <a:ext uri="{9D8B030D-6E8A-4147-A177-3AD203B41FA5}">
                      <a16:colId xmlns:a16="http://schemas.microsoft.com/office/drawing/2014/main" val="2407397196"/>
                    </a:ext>
                  </a:extLst>
                </a:gridCol>
              </a:tblGrid>
              <a:tr h="3173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Dropdown</a:t>
                      </a: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low </a:t>
                      </a: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reinforcement</a:t>
                      </a:r>
                      <a:endParaRPr lang="nl-NL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282817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1" dirty="0"/>
                        <a:t>Lateral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1" dirty="0" err="1">
                          <a:solidFill>
                            <a:schemeClr val="tx1"/>
                          </a:solidFill>
                        </a:rPr>
                        <a:t>Medial</a:t>
                      </a:r>
                      <a:endParaRPr lang="nl-NL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503861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10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10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293183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15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15 m</a:t>
                      </a:r>
                      <a:r>
                        <a:rPr lang="nl-NL" sz="800" b="0" dirty="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00056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20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800" b="0" dirty="0"/>
                        <a:t>20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89978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25mm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25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43655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30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30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431016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35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35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366279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40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40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366699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45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45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07109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50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50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872431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55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55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425697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60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60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182062"/>
                  </a:ext>
                </a:extLst>
              </a:tr>
            </a:tbl>
          </a:graphicData>
        </a:graphic>
      </p:graphicFrame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7A4C8769-6D98-EF54-E996-AFBBD8761FCD}"/>
              </a:ext>
            </a:extLst>
          </p:cNvPr>
          <p:cNvCxnSpPr>
            <a:cxnSpLocks/>
            <a:stCxn id="11" idx="3"/>
            <a:endCxn id="36" idx="1"/>
          </p:cNvCxnSpPr>
          <p:nvPr/>
        </p:nvCxnSpPr>
        <p:spPr>
          <a:xfrm flipV="1">
            <a:off x="2949663" y="1805541"/>
            <a:ext cx="3555339" cy="72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el 39">
            <a:extLst>
              <a:ext uri="{FF2B5EF4-FFF2-40B4-BE49-F238E27FC236}">
                <a16:creationId xmlns:a16="http://schemas.microsoft.com/office/drawing/2014/main" id="{01F68285-CACC-511D-5001-3963C2B67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393050"/>
              </p:ext>
            </p:extLst>
          </p:nvPr>
        </p:nvGraphicFramePr>
        <p:xfrm>
          <a:off x="3833401" y="310573"/>
          <a:ext cx="983372" cy="2965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372">
                  <a:extLst>
                    <a:ext uri="{9D8B030D-6E8A-4147-A177-3AD203B41FA5}">
                      <a16:colId xmlns:a16="http://schemas.microsoft.com/office/drawing/2014/main" val="4227894052"/>
                    </a:ext>
                  </a:extLst>
                </a:gridCol>
              </a:tblGrid>
              <a:tr h="3377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Dropdown</a:t>
                      </a: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low </a:t>
                      </a: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reinforcement</a:t>
                      </a:r>
                      <a:endParaRPr lang="nl-NL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282817"/>
                  </a:ext>
                </a:extLst>
              </a:tr>
              <a:tr h="218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1" dirty="0"/>
                        <a:t>Lateral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503861"/>
                  </a:ext>
                </a:extLst>
              </a:tr>
              <a:tr h="218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10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293183"/>
                  </a:ext>
                </a:extLst>
              </a:tr>
              <a:tr h="218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15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00056"/>
                  </a:ext>
                </a:extLst>
              </a:tr>
              <a:tr h="218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20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89978"/>
                  </a:ext>
                </a:extLst>
              </a:tr>
              <a:tr h="218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25mm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43655"/>
                  </a:ext>
                </a:extLst>
              </a:tr>
              <a:tr h="218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30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431016"/>
                  </a:ext>
                </a:extLst>
              </a:tr>
              <a:tr h="218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35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366279"/>
                  </a:ext>
                </a:extLst>
              </a:tr>
              <a:tr h="218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40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366699"/>
                  </a:ext>
                </a:extLst>
              </a:tr>
              <a:tr h="218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45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07109"/>
                  </a:ext>
                </a:extLst>
              </a:tr>
              <a:tr h="218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50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872431"/>
                  </a:ext>
                </a:extLst>
              </a:tr>
              <a:tr h="218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55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425697"/>
                  </a:ext>
                </a:extLst>
              </a:tr>
              <a:tr h="218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60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182062"/>
                  </a:ext>
                </a:extLst>
              </a:tr>
            </a:tbl>
          </a:graphicData>
        </a:graphic>
      </p:graphicFrame>
      <p:cxnSp>
        <p:nvCxnSpPr>
          <p:cNvPr id="42" name="Rechte verbindingslijn met pijl 41">
            <a:extLst>
              <a:ext uri="{FF2B5EF4-FFF2-40B4-BE49-F238E27FC236}">
                <a16:creationId xmlns:a16="http://schemas.microsoft.com/office/drawing/2014/main" id="{6AC2FFCC-6F83-9A4D-90F8-D5C42DECEDAA}"/>
              </a:ext>
            </a:extLst>
          </p:cNvPr>
          <p:cNvCxnSpPr>
            <a:cxnSpLocks/>
            <a:stCxn id="9" idx="3"/>
            <a:endCxn id="40" idx="1"/>
          </p:cNvCxnSpPr>
          <p:nvPr/>
        </p:nvCxnSpPr>
        <p:spPr>
          <a:xfrm>
            <a:off x="2641544" y="1724629"/>
            <a:ext cx="1191857" cy="686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Tabel 49">
            <a:extLst>
              <a:ext uri="{FF2B5EF4-FFF2-40B4-BE49-F238E27FC236}">
                <a16:creationId xmlns:a16="http://schemas.microsoft.com/office/drawing/2014/main" id="{11751B96-6757-0268-BF6E-C333E6C92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294307"/>
              </p:ext>
            </p:extLst>
          </p:nvPr>
        </p:nvGraphicFramePr>
        <p:xfrm>
          <a:off x="5260702" y="310574"/>
          <a:ext cx="944575" cy="296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575">
                  <a:extLst>
                    <a:ext uri="{9D8B030D-6E8A-4147-A177-3AD203B41FA5}">
                      <a16:colId xmlns:a16="http://schemas.microsoft.com/office/drawing/2014/main" val="4227894052"/>
                    </a:ext>
                  </a:extLst>
                </a:gridCol>
              </a:tblGrid>
              <a:tr h="3254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Dropdown</a:t>
                      </a: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low </a:t>
                      </a: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reinforcement</a:t>
                      </a:r>
                      <a:endParaRPr lang="nl-NL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282817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1" dirty="0" err="1"/>
                        <a:t>Medial</a:t>
                      </a:r>
                      <a:endParaRPr lang="nl-NL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503861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10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293183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15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00056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20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89978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25mm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43655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30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431016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35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366279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40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366699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45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07109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50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872431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55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425697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60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182062"/>
                  </a:ext>
                </a:extLst>
              </a:tr>
            </a:tbl>
          </a:graphicData>
        </a:graphic>
      </p:graphicFrame>
      <p:cxnSp>
        <p:nvCxnSpPr>
          <p:cNvPr id="51" name="Rechte verbindingslijn met pijl 50">
            <a:extLst>
              <a:ext uri="{FF2B5EF4-FFF2-40B4-BE49-F238E27FC236}">
                <a16:creationId xmlns:a16="http://schemas.microsoft.com/office/drawing/2014/main" id="{5375BA27-84E2-3E95-662A-7986ECEF5750}"/>
              </a:ext>
            </a:extLst>
          </p:cNvPr>
          <p:cNvCxnSpPr>
            <a:cxnSpLocks/>
            <a:stCxn id="10" idx="3"/>
            <a:endCxn id="50" idx="1"/>
          </p:cNvCxnSpPr>
          <p:nvPr/>
        </p:nvCxnSpPr>
        <p:spPr>
          <a:xfrm flipV="1">
            <a:off x="2602747" y="1793234"/>
            <a:ext cx="2657955" cy="352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Tabel 88">
            <a:extLst>
              <a:ext uri="{FF2B5EF4-FFF2-40B4-BE49-F238E27FC236}">
                <a16:creationId xmlns:a16="http://schemas.microsoft.com/office/drawing/2014/main" id="{9CD3A32F-234A-44CE-BE4C-D46DE1F6C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0757"/>
              </p:ext>
            </p:extLst>
          </p:nvPr>
        </p:nvGraphicFramePr>
        <p:xfrm>
          <a:off x="6505002" y="3378186"/>
          <a:ext cx="1191243" cy="3351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755">
                  <a:extLst>
                    <a:ext uri="{9D8B030D-6E8A-4147-A177-3AD203B41FA5}">
                      <a16:colId xmlns:a16="http://schemas.microsoft.com/office/drawing/2014/main" val="4227894052"/>
                    </a:ext>
                  </a:extLst>
                </a:gridCol>
                <a:gridCol w="591488">
                  <a:extLst>
                    <a:ext uri="{9D8B030D-6E8A-4147-A177-3AD203B41FA5}">
                      <a16:colId xmlns:a16="http://schemas.microsoft.com/office/drawing/2014/main" val="2407397196"/>
                    </a:ext>
                  </a:extLst>
                </a:gridCol>
              </a:tblGrid>
              <a:tr h="3173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Dropdown</a:t>
                      </a: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low </a:t>
                      </a: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reinforcement</a:t>
                      </a:r>
                      <a:endParaRPr lang="nl-NL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282817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1" dirty="0"/>
                        <a:t>Lateral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1" dirty="0" err="1">
                          <a:solidFill>
                            <a:schemeClr val="tx1"/>
                          </a:solidFill>
                        </a:rPr>
                        <a:t>Medial</a:t>
                      </a:r>
                      <a:endParaRPr lang="nl-NL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503861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65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65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293183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70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70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00056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75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75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89978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80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80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43655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85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85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431016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90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90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366279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95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95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366699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100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100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07109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105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105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872431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110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110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425697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115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115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182062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120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120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103406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 err="1"/>
                        <a:t>Other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 err="1"/>
                        <a:t>Other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765241"/>
                  </a:ext>
                </a:extLst>
              </a:tr>
            </a:tbl>
          </a:graphicData>
        </a:graphic>
      </p:graphicFrame>
      <p:graphicFrame>
        <p:nvGraphicFramePr>
          <p:cNvPr id="93" name="Tabel 92">
            <a:extLst>
              <a:ext uri="{FF2B5EF4-FFF2-40B4-BE49-F238E27FC236}">
                <a16:creationId xmlns:a16="http://schemas.microsoft.com/office/drawing/2014/main" id="{225DE390-B28E-7BC2-FD17-FFEC41096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516239"/>
              </p:ext>
            </p:extLst>
          </p:nvPr>
        </p:nvGraphicFramePr>
        <p:xfrm>
          <a:off x="5260701" y="3383091"/>
          <a:ext cx="944575" cy="3403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575">
                  <a:extLst>
                    <a:ext uri="{9D8B030D-6E8A-4147-A177-3AD203B41FA5}">
                      <a16:colId xmlns:a16="http://schemas.microsoft.com/office/drawing/2014/main" val="4227894052"/>
                    </a:ext>
                  </a:extLst>
                </a:gridCol>
              </a:tblGrid>
              <a:tr h="3254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Dropdown</a:t>
                      </a: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low </a:t>
                      </a: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reinforcement</a:t>
                      </a:r>
                      <a:endParaRPr lang="nl-NL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282817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1" dirty="0" err="1"/>
                        <a:t>Medial</a:t>
                      </a:r>
                      <a:endParaRPr lang="nl-NL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503861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65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293183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70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00056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75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89978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80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43655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85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431016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90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366279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95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366699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100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07109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105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872431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110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425697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115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182062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120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04647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 err="1"/>
                        <a:t>Other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234642"/>
                  </a:ext>
                </a:extLst>
              </a:tr>
            </a:tbl>
          </a:graphicData>
        </a:graphic>
      </p:graphicFrame>
      <p:graphicFrame>
        <p:nvGraphicFramePr>
          <p:cNvPr id="94" name="Tabel 93">
            <a:extLst>
              <a:ext uri="{FF2B5EF4-FFF2-40B4-BE49-F238E27FC236}">
                <a16:creationId xmlns:a16="http://schemas.microsoft.com/office/drawing/2014/main" id="{C4703C0C-9015-AAAE-4885-1CA3F1B23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956458"/>
              </p:ext>
            </p:extLst>
          </p:nvPr>
        </p:nvGraphicFramePr>
        <p:xfrm>
          <a:off x="3852799" y="3384441"/>
          <a:ext cx="944575" cy="3403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575">
                  <a:extLst>
                    <a:ext uri="{9D8B030D-6E8A-4147-A177-3AD203B41FA5}">
                      <a16:colId xmlns:a16="http://schemas.microsoft.com/office/drawing/2014/main" val="4227894052"/>
                    </a:ext>
                  </a:extLst>
                </a:gridCol>
              </a:tblGrid>
              <a:tr h="3254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Dropdown</a:t>
                      </a: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low </a:t>
                      </a: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reinforcement</a:t>
                      </a:r>
                      <a:endParaRPr lang="nl-NL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282817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1" dirty="0" err="1"/>
                        <a:t>Medial</a:t>
                      </a:r>
                      <a:endParaRPr lang="nl-NL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503861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65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293183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70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00056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75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89978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80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43655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85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431016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90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366279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95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366699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100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07109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105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872431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110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425697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115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182062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/>
                        <a:t>120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04647"/>
                  </a:ext>
                </a:extLst>
              </a:tr>
              <a:tr h="2191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 err="1"/>
                        <a:t>Other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234642"/>
                  </a:ext>
                </a:extLst>
              </a:tr>
            </a:tbl>
          </a:graphicData>
        </a:graphic>
      </p:graphicFrame>
      <p:cxnSp>
        <p:nvCxnSpPr>
          <p:cNvPr id="95" name="Rechte verbindingslijn met pijl 94">
            <a:extLst>
              <a:ext uri="{FF2B5EF4-FFF2-40B4-BE49-F238E27FC236}">
                <a16:creationId xmlns:a16="http://schemas.microsoft.com/office/drawing/2014/main" id="{7FCF23B3-3525-0957-621C-91B01FC8A82D}"/>
              </a:ext>
            </a:extLst>
          </p:cNvPr>
          <p:cNvCxnSpPr>
            <a:cxnSpLocks/>
            <a:stCxn id="13" idx="3"/>
            <a:endCxn id="89" idx="1"/>
          </p:cNvCxnSpPr>
          <p:nvPr/>
        </p:nvCxnSpPr>
        <p:spPr>
          <a:xfrm>
            <a:off x="2988461" y="3426531"/>
            <a:ext cx="3516541" cy="1627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Rechte verbindingslijn met pijl 97">
            <a:extLst>
              <a:ext uri="{FF2B5EF4-FFF2-40B4-BE49-F238E27FC236}">
                <a16:creationId xmlns:a16="http://schemas.microsoft.com/office/drawing/2014/main" id="{EA5D2AC4-528C-3BD9-F295-DA1943BFCD00}"/>
              </a:ext>
            </a:extLst>
          </p:cNvPr>
          <p:cNvCxnSpPr>
            <a:cxnSpLocks/>
            <a:stCxn id="14" idx="3"/>
            <a:endCxn id="94" idx="1"/>
          </p:cNvCxnSpPr>
          <p:nvPr/>
        </p:nvCxnSpPr>
        <p:spPr>
          <a:xfrm>
            <a:off x="2988461" y="4272807"/>
            <a:ext cx="864338" cy="813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Rechte verbindingslijn met pijl 100">
            <a:extLst>
              <a:ext uri="{FF2B5EF4-FFF2-40B4-BE49-F238E27FC236}">
                <a16:creationId xmlns:a16="http://schemas.microsoft.com/office/drawing/2014/main" id="{1774EE40-C8E0-CC0D-8313-08A2472A01C8}"/>
              </a:ext>
            </a:extLst>
          </p:cNvPr>
          <p:cNvCxnSpPr>
            <a:cxnSpLocks/>
            <a:stCxn id="15" idx="3"/>
            <a:endCxn id="93" idx="1"/>
          </p:cNvCxnSpPr>
          <p:nvPr/>
        </p:nvCxnSpPr>
        <p:spPr>
          <a:xfrm>
            <a:off x="2988460" y="5013206"/>
            <a:ext cx="2272241" cy="71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kstvak 103">
            <a:extLst>
              <a:ext uri="{FF2B5EF4-FFF2-40B4-BE49-F238E27FC236}">
                <a16:creationId xmlns:a16="http://schemas.microsoft.com/office/drawing/2014/main" id="{CB209F6B-113A-C602-998A-819A6207B6C1}"/>
              </a:ext>
            </a:extLst>
          </p:cNvPr>
          <p:cNvSpPr txBox="1"/>
          <p:nvPr/>
        </p:nvSpPr>
        <p:spPr>
          <a:xfrm>
            <a:off x="1006504" y="6444535"/>
            <a:ext cx="2595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Specify</a:t>
            </a:r>
            <a:r>
              <a:rPr lang="nl-NL" sz="1000" dirty="0"/>
              <a:t> </a:t>
            </a:r>
            <a:r>
              <a:rPr lang="nl-NL" sz="1000" dirty="0" err="1"/>
              <a:t>materials</a:t>
            </a:r>
            <a:r>
              <a:rPr lang="nl-NL" sz="1000" dirty="0"/>
              <a:t> in </a:t>
            </a:r>
            <a:r>
              <a:rPr lang="nl-NL" sz="1000" dirty="0" err="1"/>
              <a:t>remark</a:t>
            </a:r>
            <a:r>
              <a:rPr lang="nl-NL" sz="1000" dirty="0"/>
              <a:t> </a:t>
            </a:r>
            <a:r>
              <a:rPr lang="nl-NL" sz="1000" dirty="0" err="1"/>
              <a:t>section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105" name="Rechthoek 104">
            <a:extLst>
              <a:ext uri="{FF2B5EF4-FFF2-40B4-BE49-F238E27FC236}">
                <a16:creationId xmlns:a16="http://schemas.microsoft.com/office/drawing/2014/main" id="{C45FC199-975A-4318-833B-C19925DEEF04}"/>
              </a:ext>
            </a:extLst>
          </p:cNvPr>
          <p:cNvSpPr/>
          <p:nvPr/>
        </p:nvSpPr>
        <p:spPr>
          <a:xfrm>
            <a:off x="924255" y="6376905"/>
            <a:ext cx="2251563" cy="394675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06" name="Rechte verbindingslijn met pijl 105">
            <a:extLst>
              <a:ext uri="{FF2B5EF4-FFF2-40B4-BE49-F238E27FC236}">
                <a16:creationId xmlns:a16="http://schemas.microsoft.com/office/drawing/2014/main" id="{5558476B-6D20-2234-B870-D695C5BDA5B3}"/>
              </a:ext>
            </a:extLst>
          </p:cNvPr>
          <p:cNvCxnSpPr>
            <a:cxnSpLocks/>
            <a:stCxn id="118" idx="2"/>
            <a:endCxn id="105" idx="0"/>
          </p:cNvCxnSpPr>
          <p:nvPr/>
        </p:nvCxnSpPr>
        <p:spPr>
          <a:xfrm>
            <a:off x="1936230" y="5803636"/>
            <a:ext cx="113807" cy="573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hthoek 110">
            <a:extLst>
              <a:ext uri="{FF2B5EF4-FFF2-40B4-BE49-F238E27FC236}">
                <a16:creationId xmlns:a16="http://schemas.microsoft.com/office/drawing/2014/main" id="{BFBB9890-31DC-F7F9-4D7F-F257A8909DCD}"/>
              </a:ext>
            </a:extLst>
          </p:cNvPr>
          <p:cNvSpPr/>
          <p:nvPr/>
        </p:nvSpPr>
        <p:spPr>
          <a:xfrm>
            <a:off x="568822" y="1434427"/>
            <a:ext cx="2053323" cy="39289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2" name="Rechthoek 111">
            <a:extLst>
              <a:ext uri="{FF2B5EF4-FFF2-40B4-BE49-F238E27FC236}">
                <a16:creationId xmlns:a16="http://schemas.microsoft.com/office/drawing/2014/main" id="{AC07FAEE-6B5C-E254-7892-67E9A651DD43}"/>
              </a:ext>
            </a:extLst>
          </p:cNvPr>
          <p:cNvSpPr/>
          <p:nvPr/>
        </p:nvSpPr>
        <p:spPr>
          <a:xfrm>
            <a:off x="568822" y="1881444"/>
            <a:ext cx="2053323" cy="33999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3" name="Rechthoek 112">
            <a:extLst>
              <a:ext uri="{FF2B5EF4-FFF2-40B4-BE49-F238E27FC236}">
                <a16:creationId xmlns:a16="http://schemas.microsoft.com/office/drawing/2014/main" id="{92F71EBA-6DB0-A720-6D0F-A4B6D5D161AE}"/>
              </a:ext>
            </a:extLst>
          </p:cNvPr>
          <p:cNvSpPr/>
          <p:nvPr/>
        </p:nvSpPr>
        <p:spPr>
          <a:xfrm>
            <a:off x="568821" y="2328629"/>
            <a:ext cx="2380842" cy="2694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4" name="Rechthoek 113">
            <a:extLst>
              <a:ext uri="{FF2B5EF4-FFF2-40B4-BE49-F238E27FC236}">
                <a16:creationId xmlns:a16="http://schemas.microsoft.com/office/drawing/2014/main" id="{E11248A1-A598-5B38-A511-3AFE44D61A33}"/>
              </a:ext>
            </a:extLst>
          </p:cNvPr>
          <p:cNvSpPr/>
          <p:nvPr/>
        </p:nvSpPr>
        <p:spPr>
          <a:xfrm>
            <a:off x="568821" y="2677434"/>
            <a:ext cx="2380842" cy="2694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5" name="Rechthoek 114">
            <a:extLst>
              <a:ext uri="{FF2B5EF4-FFF2-40B4-BE49-F238E27FC236}">
                <a16:creationId xmlns:a16="http://schemas.microsoft.com/office/drawing/2014/main" id="{FF4838D8-6C27-30DF-6DA2-5BDDEA46092A}"/>
              </a:ext>
            </a:extLst>
          </p:cNvPr>
          <p:cNvSpPr/>
          <p:nvPr/>
        </p:nvSpPr>
        <p:spPr>
          <a:xfrm>
            <a:off x="553317" y="3145580"/>
            <a:ext cx="2396345" cy="39289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6" name="Rechthoek 115">
            <a:extLst>
              <a:ext uri="{FF2B5EF4-FFF2-40B4-BE49-F238E27FC236}">
                <a16:creationId xmlns:a16="http://schemas.microsoft.com/office/drawing/2014/main" id="{ADB8666A-C4E4-F44C-C936-A6ED806CBF43}"/>
              </a:ext>
            </a:extLst>
          </p:cNvPr>
          <p:cNvSpPr/>
          <p:nvPr/>
        </p:nvSpPr>
        <p:spPr>
          <a:xfrm>
            <a:off x="568821" y="4057167"/>
            <a:ext cx="2418818" cy="31833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7" name="Rechthoek 116">
            <a:extLst>
              <a:ext uri="{FF2B5EF4-FFF2-40B4-BE49-F238E27FC236}">
                <a16:creationId xmlns:a16="http://schemas.microsoft.com/office/drawing/2014/main" id="{9DB21A21-56B1-C084-85C5-BB87579E346F}"/>
              </a:ext>
            </a:extLst>
          </p:cNvPr>
          <p:cNvSpPr/>
          <p:nvPr/>
        </p:nvSpPr>
        <p:spPr>
          <a:xfrm>
            <a:off x="568821" y="4778481"/>
            <a:ext cx="2418818" cy="31833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" name="Rechthoek 117">
            <a:extLst>
              <a:ext uri="{FF2B5EF4-FFF2-40B4-BE49-F238E27FC236}">
                <a16:creationId xmlns:a16="http://schemas.microsoft.com/office/drawing/2014/main" id="{811B4C9B-505B-CA93-037F-FB4B879A7AF8}"/>
              </a:ext>
            </a:extLst>
          </p:cNvPr>
          <p:cNvSpPr/>
          <p:nvPr/>
        </p:nvSpPr>
        <p:spPr>
          <a:xfrm>
            <a:off x="568821" y="5485297"/>
            <a:ext cx="2734818" cy="31833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120" name="Tabel 119">
            <a:extLst>
              <a:ext uri="{FF2B5EF4-FFF2-40B4-BE49-F238E27FC236}">
                <a16:creationId xmlns:a16="http://schemas.microsoft.com/office/drawing/2014/main" id="{2CAC6EB8-B3E6-5945-B4CF-5087F87BC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595387"/>
              </p:ext>
            </p:extLst>
          </p:nvPr>
        </p:nvGraphicFramePr>
        <p:xfrm>
          <a:off x="9133162" y="5327649"/>
          <a:ext cx="1191243" cy="1197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755">
                  <a:extLst>
                    <a:ext uri="{9D8B030D-6E8A-4147-A177-3AD203B41FA5}">
                      <a16:colId xmlns:a16="http://schemas.microsoft.com/office/drawing/2014/main" val="4227894052"/>
                    </a:ext>
                  </a:extLst>
                </a:gridCol>
                <a:gridCol w="591488">
                  <a:extLst>
                    <a:ext uri="{9D8B030D-6E8A-4147-A177-3AD203B41FA5}">
                      <a16:colId xmlns:a16="http://schemas.microsoft.com/office/drawing/2014/main" val="2407397196"/>
                    </a:ext>
                  </a:extLst>
                </a:gridCol>
              </a:tblGrid>
              <a:tr h="3173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Dropdown</a:t>
                      </a: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padding on </a:t>
                      </a: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ankle</a:t>
                      </a:r>
                      <a:endParaRPr lang="nl-NL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282817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1" dirty="0"/>
                        <a:t>Lateral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1" dirty="0" err="1">
                          <a:solidFill>
                            <a:schemeClr val="tx1"/>
                          </a:solidFill>
                        </a:rPr>
                        <a:t>Medial</a:t>
                      </a:r>
                      <a:endParaRPr lang="nl-NL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503861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3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3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293183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6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>
                          <a:solidFill>
                            <a:schemeClr val="tx1"/>
                          </a:solidFill>
                        </a:rPr>
                        <a:t> 6 mm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00056"/>
                  </a:ext>
                </a:extLst>
              </a:tr>
              <a:tr h="2154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800" b="0" dirty="0" err="1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nl-NL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89978"/>
                  </a:ext>
                </a:extLst>
              </a:tr>
            </a:tbl>
          </a:graphicData>
        </a:graphic>
      </p:graphicFrame>
      <p:sp>
        <p:nvSpPr>
          <p:cNvPr id="121" name="Rechthoek 120">
            <a:extLst>
              <a:ext uri="{FF2B5EF4-FFF2-40B4-BE49-F238E27FC236}">
                <a16:creationId xmlns:a16="http://schemas.microsoft.com/office/drawing/2014/main" id="{13AA0FD5-7E3A-4172-0D04-8E70F9670304}"/>
              </a:ext>
            </a:extLst>
          </p:cNvPr>
          <p:cNvSpPr/>
          <p:nvPr/>
        </p:nvSpPr>
        <p:spPr>
          <a:xfrm>
            <a:off x="9133162" y="5327649"/>
            <a:ext cx="1191243" cy="127240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2" name="Tekstvak 121">
            <a:extLst>
              <a:ext uri="{FF2B5EF4-FFF2-40B4-BE49-F238E27FC236}">
                <a16:creationId xmlns:a16="http://schemas.microsoft.com/office/drawing/2014/main" id="{9AF37948-AE90-DA1A-56DB-FAAFB81172F2}"/>
              </a:ext>
            </a:extLst>
          </p:cNvPr>
          <p:cNvSpPr txBox="1"/>
          <p:nvPr/>
        </p:nvSpPr>
        <p:spPr>
          <a:xfrm>
            <a:off x="9028824" y="3378186"/>
            <a:ext cx="20533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Checkbox</a:t>
            </a:r>
            <a:r>
              <a:rPr lang="nl-NL" sz="1000" dirty="0"/>
              <a:t>: </a:t>
            </a:r>
          </a:p>
          <a:p>
            <a:r>
              <a:rPr lang="nl-NL" sz="1000" dirty="0"/>
              <a:t>Padding on </a:t>
            </a:r>
            <a:r>
              <a:rPr lang="nl-NL" sz="1000" dirty="0" err="1"/>
              <a:t>ankle</a:t>
            </a:r>
            <a:r>
              <a:rPr lang="nl-NL" sz="1000" dirty="0"/>
              <a:t> </a:t>
            </a:r>
          </a:p>
          <a:p>
            <a:endParaRPr lang="nl-NL" sz="1000" dirty="0"/>
          </a:p>
        </p:txBody>
      </p:sp>
      <p:sp>
        <p:nvSpPr>
          <p:cNvPr id="123" name="Rechthoek 122">
            <a:extLst>
              <a:ext uri="{FF2B5EF4-FFF2-40B4-BE49-F238E27FC236}">
                <a16:creationId xmlns:a16="http://schemas.microsoft.com/office/drawing/2014/main" id="{9844DA46-2DA9-7227-1F0B-A9EA677C07EC}"/>
              </a:ext>
            </a:extLst>
          </p:cNvPr>
          <p:cNvSpPr/>
          <p:nvPr/>
        </p:nvSpPr>
        <p:spPr>
          <a:xfrm>
            <a:off x="9203539" y="3943919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4" name="Rechthoek 123">
            <a:extLst>
              <a:ext uri="{FF2B5EF4-FFF2-40B4-BE49-F238E27FC236}">
                <a16:creationId xmlns:a16="http://schemas.microsoft.com/office/drawing/2014/main" id="{8974628E-622B-63D3-0ED1-315BE570DE44}"/>
              </a:ext>
            </a:extLst>
          </p:cNvPr>
          <p:cNvSpPr/>
          <p:nvPr/>
        </p:nvSpPr>
        <p:spPr>
          <a:xfrm>
            <a:off x="10055485" y="3936418"/>
            <a:ext cx="161106" cy="136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5" name="Tekstvak 124">
            <a:extLst>
              <a:ext uri="{FF2B5EF4-FFF2-40B4-BE49-F238E27FC236}">
                <a16:creationId xmlns:a16="http://schemas.microsoft.com/office/drawing/2014/main" id="{36D02576-B947-3CD0-FF51-EC9B4A763752}"/>
              </a:ext>
            </a:extLst>
          </p:cNvPr>
          <p:cNvSpPr txBox="1"/>
          <p:nvPr/>
        </p:nvSpPr>
        <p:spPr>
          <a:xfrm>
            <a:off x="9062394" y="3689707"/>
            <a:ext cx="524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Yes</a:t>
            </a:r>
          </a:p>
          <a:p>
            <a:endParaRPr lang="nl-NL" sz="1000" dirty="0"/>
          </a:p>
        </p:txBody>
      </p:sp>
      <p:sp>
        <p:nvSpPr>
          <p:cNvPr id="126" name="Tekstvak 125">
            <a:extLst>
              <a:ext uri="{FF2B5EF4-FFF2-40B4-BE49-F238E27FC236}">
                <a16:creationId xmlns:a16="http://schemas.microsoft.com/office/drawing/2014/main" id="{D9789603-409D-D9C1-0C8A-CEEBD7F32456}"/>
              </a:ext>
            </a:extLst>
          </p:cNvPr>
          <p:cNvSpPr txBox="1"/>
          <p:nvPr/>
        </p:nvSpPr>
        <p:spPr>
          <a:xfrm>
            <a:off x="9967498" y="3689707"/>
            <a:ext cx="524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No</a:t>
            </a:r>
          </a:p>
          <a:p>
            <a:endParaRPr lang="nl-NL" sz="1000" dirty="0"/>
          </a:p>
        </p:txBody>
      </p:sp>
      <p:sp>
        <p:nvSpPr>
          <p:cNvPr id="127" name="Rechthoek 126">
            <a:extLst>
              <a:ext uri="{FF2B5EF4-FFF2-40B4-BE49-F238E27FC236}">
                <a16:creationId xmlns:a16="http://schemas.microsoft.com/office/drawing/2014/main" id="{2BC2FD5A-6DE4-13C2-22E1-395A3708073E}"/>
              </a:ext>
            </a:extLst>
          </p:cNvPr>
          <p:cNvSpPr/>
          <p:nvPr/>
        </p:nvSpPr>
        <p:spPr>
          <a:xfrm>
            <a:off x="8908210" y="3356794"/>
            <a:ext cx="1627214" cy="916013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8" name="Rechthoek 127">
            <a:extLst>
              <a:ext uri="{FF2B5EF4-FFF2-40B4-BE49-F238E27FC236}">
                <a16:creationId xmlns:a16="http://schemas.microsoft.com/office/drawing/2014/main" id="{3C14E0FD-E4D3-5663-E435-ED8CFBD73C2D}"/>
              </a:ext>
            </a:extLst>
          </p:cNvPr>
          <p:cNvSpPr/>
          <p:nvPr/>
        </p:nvSpPr>
        <p:spPr>
          <a:xfrm>
            <a:off x="9373450" y="4479724"/>
            <a:ext cx="659423" cy="353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21A58F7C-9D0F-E47F-4ED3-FDE0C8F9F5E3}"/>
              </a:ext>
            </a:extLst>
          </p:cNvPr>
          <p:cNvSpPr txBox="1"/>
          <p:nvPr/>
        </p:nvSpPr>
        <p:spPr>
          <a:xfrm>
            <a:off x="9463105" y="4484754"/>
            <a:ext cx="524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If</a:t>
            </a:r>
            <a:r>
              <a:rPr lang="nl-NL" sz="1000" dirty="0"/>
              <a:t> yes</a:t>
            </a:r>
          </a:p>
          <a:p>
            <a:endParaRPr lang="nl-NL" sz="1000" dirty="0"/>
          </a:p>
        </p:txBody>
      </p:sp>
      <p:cxnSp>
        <p:nvCxnSpPr>
          <p:cNvPr id="130" name="Rechte verbindingslijn met pijl 129">
            <a:extLst>
              <a:ext uri="{FF2B5EF4-FFF2-40B4-BE49-F238E27FC236}">
                <a16:creationId xmlns:a16="http://schemas.microsoft.com/office/drawing/2014/main" id="{21E1FFB0-B8E6-C5F6-18FD-05C7E5D46016}"/>
              </a:ext>
            </a:extLst>
          </p:cNvPr>
          <p:cNvCxnSpPr>
            <a:cxnSpLocks/>
            <a:stCxn id="129" idx="2"/>
            <a:endCxn id="121" idx="0"/>
          </p:cNvCxnSpPr>
          <p:nvPr/>
        </p:nvCxnSpPr>
        <p:spPr>
          <a:xfrm>
            <a:off x="9725134" y="4884864"/>
            <a:ext cx="3650" cy="442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hthoek 132">
            <a:extLst>
              <a:ext uri="{FF2B5EF4-FFF2-40B4-BE49-F238E27FC236}">
                <a16:creationId xmlns:a16="http://schemas.microsoft.com/office/drawing/2014/main" id="{6A1871C8-B8E3-FDBB-B9C1-8EAFB93CCD37}"/>
              </a:ext>
            </a:extLst>
          </p:cNvPr>
          <p:cNvSpPr/>
          <p:nvPr/>
        </p:nvSpPr>
        <p:spPr>
          <a:xfrm>
            <a:off x="10794212" y="2754162"/>
            <a:ext cx="1073027" cy="4440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30C5173A-CD6E-A13B-7D9F-9B63EE38877C}"/>
              </a:ext>
            </a:extLst>
          </p:cNvPr>
          <p:cNvSpPr txBox="1"/>
          <p:nvPr/>
        </p:nvSpPr>
        <p:spPr>
          <a:xfrm>
            <a:off x="10883868" y="2759192"/>
            <a:ext cx="983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Only</a:t>
            </a:r>
            <a:r>
              <a:rPr lang="nl-NL" sz="1000" dirty="0"/>
              <a:t> on high </a:t>
            </a:r>
            <a:r>
              <a:rPr lang="nl-NL" sz="1000" dirty="0" err="1"/>
              <a:t>reinforcement</a:t>
            </a:r>
            <a:endParaRPr lang="nl-NL" sz="1000" dirty="0"/>
          </a:p>
          <a:p>
            <a:endParaRPr lang="nl-NL" sz="1000" dirty="0"/>
          </a:p>
        </p:txBody>
      </p:sp>
      <p:cxnSp>
        <p:nvCxnSpPr>
          <p:cNvPr id="135" name="Rechte verbindingslijn met pijl 134">
            <a:extLst>
              <a:ext uri="{FF2B5EF4-FFF2-40B4-BE49-F238E27FC236}">
                <a16:creationId xmlns:a16="http://schemas.microsoft.com/office/drawing/2014/main" id="{4FF335E6-0A8A-C9E6-8EEE-E18B71466ECD}"/>
              </a:ext>
            </a:extLst>
          </p:cNvPr>
          <p:cNvCxnSpPr>
            <a:cxnSpLocks/>
            <a:endCxn id="133" idx="1"/>
          </p:cNvCxnSpPr>
          <p:nvPr/>
        </p:nvCxnSpPr>
        <p:spPr>
          <a:xfrm flipV="1">
            <a:off x="10535424" y="2976196"/>
            <a:ext cx="258788" cy="372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916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ED70A1F7-034A-C101-F072-C7D6DB3B2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6" y="1070166"/>
            <a:ext cx="8234045" cy="1230862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660E2624-B3F6-91B8-F9AF-4958B5CDF17F}"/>
              </a:ext>
            </a:extLst>
          </p:cNvPr>
          <p:cNvSpPr txBox="1"/>
          <p:nvPr/>
        </p:nvSpPr>
        <p:spPr>
          <a:xfrm>
            <a:off x="422786" y="270609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Supplements</a:t>
            </a:r>
            <a:r>
              <a:rPr lang="nl-NL" dirty="0"/>
              <a:t> form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E57F9AFF-737C-4457-D33D-6D5195E386E1}"/>
              </a:ext>
            </a:extLst>
          </p:cNvPr>
          <p:cNvSpPr/>
          <p:nvPr/>
        </p:nvSpPr>
        <p:spPr>
          <a:xfrm>
            <a:off x="422786" y="310574"/>
            <a:ext cx="3175819" cy="353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8693319C-1AAE-1FA7-AE64-2AD0914A2B78}"/>
              </a:ext>
            </a:extLst>
          </p:cNvPr>
          <p:cNvSpPr/>
          <p:nvPr/>
        </p:nvSpPr>
        <p:spPr>
          <a:xfrm>
            <a:off x="943896" y="1070166"/>
            <a:ext cx="8337756" cy="136823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DF93FEA2-5771-79E8-8254-346A4733F1EB}"/>
              </a:ext>
            </a:extLst>
          </p:cNvPr>
          <p:cNvSpPr/>
          <p:nvPr/>
        </p:nvSpPr>
        <p:spPr>
          <a:xfrm>
            <a:off x="9862337" y="1186025"/>
            <a:ext cx="2084142" cy="4314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2BEBABA2-269A-1645-788E-B375CFF08A13}"/>
              </a:ext>
            </a:extLst>
          </p:cNvPr>
          <p:cNvSpPr txBox="1"/>
          <p:nvPr/>
        </p:nvSpPr>
        <p:spPr>
          <a:xfrm>
            <a:off x="10117394" y="1186025"/>
            <a:ext cx="15740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Keep </a:t>
            </a:r>
            <a:r>
              <a:rPr lang="nl-NL" sz="1000" dirty="0" err="1"/>
              <a:t>this</a:t>
            </a:r>
            <a:r>
              <a:rPr lang="nl-NL" sz="1000" dirty="0"/>
              <a:t> part </a:t>
            </a:r>
            <a:r>
              <a:rPr lang="nl-NL" sz="1000" dirty="0" err="1"/>
              <a:t>including</a:t>
            </a:r>
            <a:r>
              <a:rPr lang="nl-NL" sz="1000" dirty="0"/>
              <a:t> </a:t>
            </a:r>
            <a:r>
              <a:rPr lang="nl-NL" sz="1000" dirty="0" err="1"/>
              <a:t>dropdown</a:t>
            </a:r>
            <a:endParaRPr lang="nl-NL" sz="1000" dirty="0"/>
          </a:p>
          <a:p>
            <a:endParaRPr lang="nl-NL" sz="1000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5F2B3AFB-AEDA-D644-C08D-FA0948279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65" y="2844901"/>
            <a:ext cx="2639139" cy="2120389"/>
          </a:xfrm>
          <a:prstGeom prst="rect">
            <a:avLst/>
          </a:prstGeom>
        </p:spPr>
      </p:pic>
      <p:sp>
        <p:nvSpPr>
          <p:cNvPr id="13" name="Rechthoek 12">
            <a:extLst>
              <a:ext uri="{FF2B5EF4-FFF2-40B4-BE49-F238E27FC236}">
                <a16:creationId xmlns:a16="http://schemas.microsoft.com/office/drawing/2014/main" id="{FCFD83E1-9488-EBAD-90AD-9EE5B08C9040}"/>
              </a:ext>
            </a:extLst>
          </p:cNvPr>
          <p:cNvSpPr/>
          <p:nvPr/>
        </p:nvSpPr>
        <p:spPr>
          <a:xfrm>
            <a:off x="892040" y="2844901"/>
            <a:ext cx="2639138" cy="43216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3D4EE897-7295-1E73-3ED9-EA415DB71F07}"/>
              </a:ext>
            </a:extLst>
          </p:cNvPr>
          <p:cNvSpPr/>
          <p:nvPr/>
        </p:nvSpPr>
        <p:spPr>
          <a:xfrm flipV="1">
            <a:off x="892039" y="3428998"/>
            <a:ext cx="2373452" cy="5291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E83414D6-BCB8-60E7-496D-F7CDCB7C9463}"/>
              </a:ext>
            </a:extLst>
          </p:cNvPr>
          <p:cNvSpPr/>
          <p:nvPr/>
        </p:nvSpPr>
        <p:spPr>
          <a:xfrm flipV="1">
            <a:off x="892039" y="3959095"/>
            <a:ext cx="2373452" cy="405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F248002B-B249-243A-5E6C-0E7AD677548B}"/>
              </a:ext>
            </a:extLst>
          </p:cNvPr>
          <p:cNvSpPr/>
          <p:nvPr/>
        </p:nvSpPr>
        <p:spPr>
          <a:xfrm flipV="1">
            <a:off x="892039" y="4419362"/>
            <a:ext cx="1634851" cy="545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8167829A-5CA8-EE4F-ACF5-1730C2F50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066" y="2868625"/>
            <a:ext cx="2009275" cy="507900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3CD6640D-F3A1-2EE9-5A58-2D77F5F01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066" y="3439629"/>
            <a:ext cx="1627466" cy="507900"/>
          </a:xfrm>
          <a:prstGeom prst="rect">
            <a:avLst/>
          </a:prstGeom>
        </p:spPr>
      </p:pic>
      <p:sp>
        <p:nvSpPr>
          <p:cNvPr id="22" name="Tekstvak 21">
            <a:extLst>
              <a:ext uri="{FF2B5EF4-FFF2-40B4-BE49-F238E27FC236}">
                <a16:creationId xmlns:a16="http://schemas.microsoft.com/office/drawing/2014/main" id="{8157EC3D-A07C-660B-4C24-B6F7EDE1A742}"/>
              </a:ext>
            </a:extLst>
          </p:cNvPr>
          <p:cNvSpPr txBox="1"/>
          <p:nvPr/>
        </p:nvSpPr>
        <p:spPr>
          <a:xfrm>
            <a:off x="7276588" y="3439629"/>
            <a:ext cx="15740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Differnce</a:t>
            </a:r>
            <a:r>
              <a:rPr lang="nl-NL" sz="1000" dirty="0"/>
              <a:t> in </a:t>
            </a:r>
            <a:r>
              <a:rPr lang="nl-NL" sz="1000" dirty="0" err="1"/>
              <a:t>length</a:t>
            </a:r>
            <a:r>
              <a:rPr lang="nl-NL" sz="1000" dirty="0"/>
              <a:t> of </a:t>
            </a:r>
            <a:r>
              <a:rPr lang="nl-NL" sz="1000" dirty="0" err="1"/>
              <a:t>legs</a:t>
            </a:r>
            <a:r>
              <a:rPr lang="nl-NL" sz="1000" dirty="0"/>
              <a:t> </a:t>
            </a:r>
            <a:r>
              <a:rPr lang="nl-NL" sz="1000" dirty="0" err="1"/>
              <a:t>should</a:t>
            </a:r>
            <a:r>
              <a:rPr lang="nl-NL" sz="1000" dirty="0"/>
              <a:t> </a:t>
            </a:r>
            <a:r>
              <a:rPr lang="nl-NL" sz="1000" dirty="0" err="1"/>
              <a:t>be</a:t>
            </a:r>
            <a:r>
              <a:rPr lang="nl-NL" sz="1000" dirty="0"/>
              <a:t> </a:t>
            </a:r>
            <a:r>
              <a:rPr lang="nl-NL" sz="1000" dirty="0" err="1"/>
              <a:t>given</a:t>
            </a:r>
            <a:r>
              <a:rPr lang="nl-NL" sz="1000" dirty="0"/>
              <a:t> in mm</a:t>
            </a:r>
          </a:p>
          <a:p>
            <a:endParaRPr lang="nl-NL" sz="1000" dirty="0"/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02009EDF-59A4-8FFE-04EA-6FC7318ED541}"/>
              </a:ext>
            </a:extLst>
          </p:cNvPr>
          <p:cNvSpPr/>
          <p:nvPr/>
        </p:nvSpPr>
        <p:spPr>
          <a:xfrm>
            <a:off x="7163374" y="3422868"/>
            <a:ext cx="2084142" cy="4314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15A2E1EC-25CE-28DA-B114-A4991AAF3D3D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6856341" y="3413393"/>
            <a:ext cx="307033" cy="225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6113100B-530E-E0F0-0DC0-022755E589E0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9281652" y="1401770"/>
            <a:ext cx="580685" cy="35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hthoek 18">
            <a:extLst>
              <a:ext uri="{FF2B5EF4-FFF2-40B4-BE49-F238E27FC236}">
                <a16:creationId xmlns:a16="http://schemas.microsoft.com/office/drawing/2014/main" id="{98D30347-4945-EC65-131B-054EBFA69D23}"/>
              </a:ext>
            </a:extLst>
          </p:cNvPr>
          <p:cNvSpPr/>
          <p:nvPr/>
        </p:nvSpPr>
        <p:spPr>
          <a:xfrm>
            <a:off x="4847066" y="2868625"/>
            <a:ext cx="2009275" cy="108953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0" name="Afbeelding 29">
            <a:extLst>
              <a:ext uri="{FF2B5EF4-FFF2-40B4-BE49-F238E27FC236}">
                <a16:creationId xmlns:a16="http://schemas.microsoft.com/office/drawing/2014/main" id="{91835919-2509-F857-2137-8AAF1ACEB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2411" y="310574"/>
            <a:ext cx="739204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64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A6888FE5-F1E5-C8D6-045E-9C648FE25BFB}"/>
              </a:ext>
            </a:extLst>
          </p:cNvPr>
          <p:cNvSpPr txBox="1"/>
          <p:nvPr/>
        </p:nvSpPr>
        <p:spPr>
          <a:xfrm>
            <a:off x="422786" y="270609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Upper</a:t>
            </a:r>
            <a:r>
              <a:rPr lang="nl-NL" dirty="0"/>
              <a:t> form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29DB498E-EC5F-666A-10C5-7049A8D73261}"/>
              </a:ext>
            </a:extLst>
          </p:cNvPr>
          <p:cNvSpPr/>
          <p:nvPr/>
        </p:nvSpPr>
        <p:spPr>
          <a:xfrm>
            <a:off x="422786" y="310574"/>
            <a:ext cx="3175819" cy="353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A2AA4E4-AD09-1B06-03FB-53E2A8154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64" y="683296"/>
            <a:ext cx="2107789" cy="760542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43B26960-EC52-747E-6B3C-964FDD9F0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2411" y="310574"/>
            <a:ext cx="739204" cy="548688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305E0E7A-7A9A-C95F-16C4-293D9F18145E}"/>
              </a:ext>
            </a:extLst>
          </p:cNvPr>
          <p:cNvSpPr/>
          <p:nvPr/>
        </p:nvSpPr>
        <p:spPr>
          <a:xfrm>
            <a:off x="391561" y="835742"/>
            <a:ext cx="1388076" cy="58437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0005AC71-A89B-90AD-E243-721AAA7D7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433" y="859262"/>
            <a:ext cx="1821567" cy="1312504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E07AC4EF-EA6E-E8E5-35BE-F0F1B5E99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702" y="838601"/>
            <a:ext cx="2350168" cy="1312505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72CBF1EB-467D-8BA7-1F6E-EF44E0A05C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071" y="2387702"/>
            <a:ext cx="1176375" cy="464492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F11E4EDA-6489-FFD5-6BB5-52DBB97427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099" y="3069138"/>
            <a:ext cx="2625386" cy="535175"/>
          </a:xfrm>
          <a:prstGeom prst="rect">
            <a:avLst/>
          </a:prstGeom>
        </p:spPr>
      </p:pic>
      <p:sp>
        <p:nvSpPr>
          <p:cNvPr id="23" name="Tekstvak 22">
            <a:extLst>
              <a:ext uri="{FF2B5EF4-FFF2-40B4-BE49-F238E27FC236}">
                <a16:creationId xmlns:a16="http://schemas.microsoft.com/office/drawing/2014/main" id="{CE537B1E-B089-A566-1227-837C7C5A4C41}"/>
              </a:ext>
            </a:extLst>
          </p:cNvPr>
          <p:cNvSpPr txBox="1"/>
          <p:nvPr/>
        </p:nvSpPr>
        <p:spPr>
          <a:xfrm>
            <a:off x="5314693" y="2721114"/>
            <a:ext cx="27326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The </a:t>
            </a:r>
            <a:r>
              <a:rPr lang="nl-NL" sz="1000" dirty="0" err="1"/>
              <a:t>amount</a:t>
            </a:r>
            <a:r>
              <a:rPr lang="nl-NL" sz="1000" dirty="0"/>
              <a:t> of </a:t>
            </a:r>
            <a:r>
              <a:rPr lang="nl-NL" sz="1000" dirty="0" err="1"/>
              <a:t>choices</a:t>
            </a:r>
            <a:r>
              <a:rPr lang="nl-NL" sz="1000" dirty="0"/>
              <a:t> must </a:t>
            </a:r>
            <a:r>
              <a:rPr lang="nl-NL" sz="1000" dirty="0" err="1"/>
              <a:t>be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same</a:t>
            </a:r>
            <a:r>
              <a:rPr lang="nl-NL" sz="1000" dirty="0"/>
              <a:t> as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amount</a:t>
            </a:r>
            <a:r>
              <a:rPr lang="nl-NL" sz="1000" dirty="0"/>
              <a:t> of </a:t>
            </a:r>
            <a:r>
              <a:rPr lang="nl-NL" sz="1000" dirty="0" err="1"/>
              <a:t>choices</a:t>
            </a:r>
            <a:r>
              <a:rPr lang="nl-NL" sz="1000" dirty="0"/>
              <a:t> </a:t>
            </a:r>
            <a:r>
              <a:rPr lang="nl-NL" sz="1000" dirty="0" err="1"/>
              <a:t>there</a:t>
            </a:r>
            <a:r>
              <a:rPr lang="nl-NL" sz="1000" dirty="0"/>
              <a:t> are in </a:t>
            </a:r>
            <a:r>
              <a:rPr lang="nl-NL" sz="1000" dirty="0" err="1"/>
              <a:t>the</a:t>
            </a:r>
            <a:r>
              <a:rPr lang="nl-NL" sz="1000" dirty="0"/>
              <a:t> picture in </a:t>
            </a:r>
            <a:r>
              <a:rPr lang="nl-NL" sz="1000" dirty="0" err="1"/>
              <a:t>this</a:t>
            </a:r>
            <a:r>
              <a:rPr lang="nl-NL" sz="1000" dirty="0"/>
              <a:t> case 13</a:t>
            </a:r>
          </a:p>
          <a:p>
            <a:endParaRPr lang="nl-NL" sz="1000" dirty="0"/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7E5E9CEE-B503-2D14-57CE-9BA970CC73BD}"/>
              </a:ext>
            </a:extLst>
          </p:cNvPr>
          <p:cNvSpPr/>
          <p:nvPr/>
        </p:nvSpPr>
        <p:spPr>
          <a:xfrm>
            <a:off x="5258086" y="2630323"/>
            <a:ext cx="2845865" cy="707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5" name="Rechte verbindingslijn met pijl 24">
            <a:extLst>
              <a:ext uri="{FF2B5EF4-FFF2-40B4-BE49-F238E27FC236}">
                <a16:creationId xmlns:a16="http://schemas.microsoft.com/office/drawing/2014/main" id="{D38411FB-6540-FB16-A134-FB4652C5CEA4}"/>
              </a:ext>
            </a:extLst>
          </p:cNvPr>
          <p:cNvCxnSpPr>
            <a:cxnSpLocks/>
            <a:stCxn id="55" idx="2"/>
            <a:endCxn id="19" idx="3"/>
          </p:cNvCxnSpPr>
          <p:nvPr/>
        </p:nvCxnSpPr>
        <p:spPr>
          <a:xfrm flipH="1">
            <a:off x="1885446" y="2215429"/>
            <a:ext cx="358009" cy="404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hthoek 31">
            <a:extLst>
              <a:ext uri="{FF2B5EF4-FFF2-40B4-BE49-F238E27FC236}">
                <a16:creationId xmlns:a16="http://schemas.microsoft.com/office/drawing/2014/main" id="{44F7077D-E95F-D36E-F557-C09BDB16A8AE}"/>
              </a:ext>
            </a:extLst>
          </p:cNvPr>
          <p:cNvSpPr/>
          <p:nvPr/>
        </p:nvSpPr>
        <p:spPr>
          <a:xfrm>
            <a:off x="4168877" y="706202"/>
            <a:ext cx="5024284" cy="156505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1" name="Afbeelding 50">
            <a:extLst>
              <a:ext uri="{FF2B5EF4-FFF2-40B4-BE49-F238E27FC236}">
                <a16:creationId xmlns:a16="http://schemas.microsoft.com/office/drawing/2014/main" id="{A9B9C6FA-2275-342E-7E00-08F635451B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1460" y="2352433"/>
            <a:ext cx="1527783" cy="542626"/>
          </a:xfrm>
          <a:prstGeom prst="rect">
            <a:avLst/>
          </a:prstGeom>
        </p:spPr>
      </p:pic>
      <p:sp>
        <p:nvSpPr>
          <p:cNvPr id="31" name="Rechthoek 30">
            <a:extLst>
              <a:ext uri="{FF2B5EF4-FFF2-40B4-BE49-F238E27FC236}">
                <a16:creationId xmlns:a16="http://schemas.microsoft.com/office/drawing/2014/main" id="{68CBF28F-EE53-0A22-58E9-4166FEB2EDB6}"/>
              </a:ext>
            </a:extLst>
          </p:cNvPr>
          <p:cNvSpPr/>
          <p:nvPr/>
        </p:nvSpPr>
        <p:spPr>
          <a:xfrm>
            <a:off x="570097" y="2368037"/>
            <a:ext cx="3598777" cy="123245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ekstvak 53">
            <a:extLst>
              <a:ext uri="{FF2B5EF4-FFF2-40B4-BE49-F238E27FC236}">
                <a16:creationId xmlns:a16="http://schemas.microsoft.com/office/drawing/2014/main" id="{E5792A4A-6571-D552-552A-D0C3BEAD12D7}"/>
              </a:ext>
            </a:extLst>
          </p:cNvPr>
          <p:cNvSpPr txBox="1"/>
          <p:nvPr/>
        </p:nvSpPr>
        <p:spPr>
          <a:xfrm>
            <a:off x="853413" y="1546468"/>
            <a:ext cx="2716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If</a:t>
            </a:r>
            <a:r>
              <a:rPr lang="nl-NL" sz="1000" dirty="0"/>
              <a:t> </a:t>
            </a:r>
            <a:r>
              <a:rPr lang="nl-NL" sz="1000" dirty="0" err="1"/>
              <a:t>height</a:t>
            </a:r>
            <a:r>
              <a:rPr lang="nl-NL" sz="1000" dirty="0"/>
              <a:t> is </a:t>
            </a:r>
            <a:r>
              <a:rPr lang="nl-NL" sz="1000" dirty="0" err="1"/>
              <a:t>given</a:t>
            </a:r>
            <a:r>
              <a:rPr lang="nl-NL" sz="1000" dirty="0"/>
              <a:t> in </a:t>
            </a:r>
            <a:r>
              <a:rPr lang="nl-NL" sz="1000" dirty="0" err="1"/>
              <a:t>then</a:t>
            </a:r>
            <a:r>
              <a:rPr lang="nl-NL" sz="1000" dirty="0"/>
              <a:t>, </a:t>
            </a:r>
            <a:r>
              <a:rPr lang="nl-NL" sz="1000" dirty="0" err="1"/>
              <a:t>by</a:t>
            </a:r>
            <a:r>
              <a:rPr lang="nl-NL" sz="1000" dirty="0"/>
              <a:t> default </a:t>
            </a:r>
            <a:r>
              <a:rPr lang="nl-NL" sz="1000" dirty="0" err="1"/>
              <a:t>also</a:t>
            </a:r>
            <a:r>
              <a:rPr lang="nl-NL" sz="1000" dirty="0"/>
              <a:t> </a:t>
            </a:r>
            <a:r>
              <a:rPr lang="nl-NL" sz="1000" dirty="0" err="1"/>
              <a:t>fill</a:t>
            </a:r>
            <a:r>
              <a:rPr lang="nl-NL" sz="1000" dirty="0"/>
              <a:t> in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heigt</a:t>
            </a:r>
            <a:r>
              <a:rPr lang="nl-NL" sz="1000" dirty="0"/>
              <a:t> </a:t>
            </a:r>
            <a:r>
              <a:rPr lang="nl-NL" sz="1000" dirty="0" err="1"/>
              <a:t>for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other</a:t>
            </a:r>
            <a:r>
              <a:rPr lang="nl-NL" sz="1000" dirty="0"/>
              <a:t> side. But </a:t>
            </a:r>
            <a:r>
              <a:rPr lang="nl-NL" sz="1000" dirty="0" err="1"/>
              <a:t>this</a:t>
            </a:r>
            <a:r>
              <a:rPr lang="nl-NL" sz="1000" dirty="0"/>
              <a:t> must </a:t>
            </a:r>
            <a:r>
              <a:rPr lang="nl-NL" sz="1000" dirty="0" err="1"/>
              <a:t>be</a:t>
            </a:r>
            <a:r>
              <a:rPr lang="nl-NL" sz="1000" dirty="0"/>
              <a:t> </a:t>
            </a:r>
            <a:r>
              <a:rPr lang="nl-NL" sz="1000" dirty="0" err="1"/>
              <a:t>adjustable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55" name="Rechthoek 54">
            <a:extLst>
              <a:ext uri="{FF2B5EF4-FFF2-40B4-BE49-F238E27FC236}">
                <a16:creationId xmlns:a16="http://schemas.microsoft.com/office/drawing/2014/main" id="{B93B0C36-FC91-B720-2F28-93DF69199BF5}"/>
              </a:ext>
            </a:extLst>
          </p:cNvPr>
          <p:cNvSpPr/>
          <p:nvPr/>
        </p:nvSpPr>
        <p:spPr>
          <a:xfrm>
            <a:off x="829178" y="1507543"/>
            <a:ext cx="2828553" cy="707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58" name="Rechte verbindingslijn met pijl 57">
            <a:extLst>
              <a:ext uri="{FF2B5EF4-FFF2-40B4-BE49-F238E27FC236}">
                <a16:creationId xmlns:a16="http://schemas.microsoft.com/office/drawing/2014/main" id="{55A6091B-C98B-7AE7-140F-5A9E330AE95B}"/>
              </a:ext>
            </a:extLst>
          </p:cNvPr>
          <p:cNvCxnSpPr>
            <a:cxnSpLocks/>
            <a:stCxn id="55" idx="2"/>
            <a:endCxn id="51" idx="1"/>
          </p:cNvCxnSpPr>
          <p:nvPr/>
        </p:nvCxnSpPr>
        <p:spPr>
          <a:xfrm>
            <a:off x="2243455" y="2215429"/>
            <a:ext cx="268005" cy="408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kstvak 60">
            <a:extLst>
              <a:ext uri="{FF2B5EF4-FFF2-40B4-BE49-F238E27FC236}">
                <a16:creationId xmlns:a16="http://schemas.microsoft.com/office/drawing/2014/main" id="{3E11E05D-AA75-C3A3-53EF-F98C082651FC}"/>
              </a:ext>
            </a:extLst>
          </p:cNvPr>
          <p:cNvSpPr txBox="1"/>
          <p:nvPr/>
        </p:nvSpPr>
        <p:spPr>
          <a:xfrm>
            <a:off x="5331316" y="3604313"/>
            <a:ext cx="2716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 err="1"/>
              <a:t>If</a:t>
            </a:r>
            <a:r>
              <a:rPr lang="nl-NL" sz="1000" dirty="0"/>
              <a:t> </a:t>
            </a:r>
            <a:r>
              <a:rPr lang="nl-NL" sz="1000" dirty="0" err="1"/>
              <a:t>leather</a:t>
            </a:r>
            <a:r>
              <a:rPr lang="nl-NL" sz="1000" dirty="0"/>
              <a:t> is </a:t>
            </a:r>
            <a:r>
              <a:rPr lang="nl-NL" sz="1000" dirty="0" err="1"/>
              <a:t>given</a:t>
            </a:r>
            <a:r>
              <a:rPr lang="nl-NL" sz="1000" dirty="0"/>
              <a:t> in </a:t>
            </a:r>
            <a:r>
              <a:rPr lang="nl-NL" sz="1000" dirty="0" err="1"/>
              <a:t>then</a:t>
            </a:r>
            <a:r>
              <a:rPr lang="nl-NL" sz="1000" dirty="0"/>
              <a:t>, </a:t>
            </a:r>
            <a:r>
              <a:rPr lang="nl-NL" sz="1000" dirty="0" err="1"/>
              <a:t>by</a:t>
            </a:r>
            <a:r>
              <a:rPr lang="nl-NL" sz="1000" dirty="0"/>
              <a:t> default </a:t>
            </a:r>
            <a:r>
              <a:rPr lang="nl-NL" sz="1000" dirty="0" err="1"/>
              <a:t>also</a:t>
            </a:r>
            <a:r>
              <a:rPr lang="nl-NL" sz="1000" dirty="0"/>
              <a:t> </a:t>
            </a:r>
            <a:r>
              <a:rPr lang="nl-NL" sz="1000" dirty="0" err="1"/>
              <a:t>fill</a:t>
            </a:r>
            <a:r>
              <a:rPr lang="nl-NL" sz="1000" dirty="0"/>
              <a:t> in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leather</a:t>
            </a:r>
            <a:r>
              <a:rPr lang="nl-NL" sz="1000" dirty="0"/>
              <a:t> </a:t>
            </a:r>
            <a:r>
              <a:rPr lang="nl-NL" sz="1000" dirty="0" err="1"/>
              <a:t>for</a:t>
            </a:r>
            <a:r>
              <a:rPr lang="nl-NL" sz="1000" dirty="0"/>
              <a:t>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other</a:t>
            </a:r>
            <a:r>
              <a:rPr lang="nl-NL" sz="1000" dirty="0"/>
              <a:t> side. But </a:t>
            </a:r>
            <a:r>
              <a:rPr lang="nl-NL" sz="1000" dirty="0" err="1"/>
              <a:t>this</a:t>
            </a:r>
            <a:r>
              <a:rPr lang="nl-NL" sz="1000" dirty="0"/>
              <a:t> must </a:t>
            </a:r>
            <a:r>
              <a:rPr lang="nl-NL" sz="1000" dirty="0" err="1"/>
              <a:t>be</a:t>
            </a:r>
            <a:r>
              <a:rPr lang="nl-NL" sz="1000" dirty="0"/>
              <a:t> </a:t>
            </a:r>
            <a:r>
              <a:rPr lang="nl-NL" sz="1000" dirty="0" err="1"/>
              <a:t>adjustable</a:t>
            </a:r>
            <a:endParaRPr lang="nl-NL" sz="1000" dirty="0"/>
          </a:p>
          <a:p>
            <a:endParaRPr lang="nl-NL" sz="1000" dirty="0"/>
          </a:p>
        </p:txBody>
      </p:sp>
      <p:sp>
        <p:nvSpPr>
          <p:cNvPr id="62" name="Rechthoek 61">
            <a:extLst>
              <a:ext uri="{FF2B5EF4-FFF2-40B4-BE49-F238E27FC236}">
                <a16:creationId xmlns:a16="http://schemas.microsoft.com/office/drawing/2014/main" id="{A4AC6723-06FF-9E6E-4E5E-E56AE3F98D91}"/>
              </a:ext>
            </a:extLst>
          </p:cNvPr>
          <p:cNvSpPr/>
          <p:nvPr/>
        </p:nvSpPr>
        <p:spPr>
          <a:xfrm>
            <a:off x="5302164" y="3553223"/>
            <a:ext cx="2828553" cy="707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3" name="Rechte verbindingslijn met pijl 62">
            <a:extLst>
              <a:ext uri="{FF2B5EF4-FFF2-40B4-BE49-F238E27FC236}">
                <a16:creationId xmlns:a16="http://schemas.microsoft.com/office/drawing/2014/main" id="{7B1190BD-742A-E045-2037-D7234657C9A9}"/>
              </a:ext>
            </a:extLst>
          </p:cNvPr>
          <p:cNvCxnSpPr>
            <a:cxnSpLocks/>
            <a:stCxn id="61" idx="1"/>
            <a:endCxn id="21" idx="3"/>
          </p:cNvCxnSpPr>
          <p:nvPr/>
        </p:nvCxnSpPr>
        <p:spPr>
          <a:xfrm flipH="1" flipV="1">
            <a:off x="3195485" y="3336726"/>
            <a:ext cx="2135831" cy="621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Rechte verbindingslijn met pijl 65">
            <a:extLst>
              <a:ext uri="{FF2B5EF4-FFF2-40B4-BE49-F238E27FC236}">
                <a16:creationId xmlns:a16="http://schemas.microsoft.com/office/drawing/2014/main" id="{13D48FEB-A46C-C39C-FFAB-D215B4C8D8FE}"/>
              </a:ext>
            </a:extLst>
          </p:cNvPr>
          <p:cNvCxnSpPr>
            <a:cxnSpLocks/>
            <a:stCxn id="24" idx="1"/>
            <a:endCxn id="21" idx="3"/>
          </p:cNvCxnSpPr>
          <p:nvPr/>
        </p:nvCxnSpPr>
        <p:spPr>
          <a:xfrm flipH="1">
            <a:off x="3195485" y="2984266"/>
            <a:ext cx="2062601" cy="352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9353C3EC-617D-5051-8977-F810B3DC9AE9}"/>
              </a:ext>
            </a:extLst>
          </p:cNvPr>
          <p:cNvCxnSpPr>
            <a:cxnSpLocks/>
            <a:stCxn id="24" idx="0"/>
            <a:endCxn id="17" idx="2"/>
          </p:cNvCxnSpPr>
          <p:nvPr/>
        </p:nvCxnSpPr>
        <p:spPr>
          <a:xfrm flipV="1">
            <a:off x="6681019" y="2151106"/>
            <a:ext cx="1206767" cy="479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7" name="Afbeelding 96">
            <a:extLst>
              <a:ext uri="{FF2B5EF4-FFF2-40B4-BE49-F238E27FC236}">
                <a16:creationId xmlns:a16="http://schemas.microsoft.com/office/drawing/2014/main" id="{6422EF00-9D45-5B5A-0BC9-5584805CE4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564" y="4385332"/>
            <a:ext cx="5448795" cy="1063669"/>
          </a:xfrm>
          <a:prstGeom prst="rect">
            <a:avLst/>
          </a:prstGeom>
        </p:spPr>
      </p:pic>
      <p:sp>
        <p:nvSpPr>
          <p:cNvPr id="98" name="Rechthoek 97">
            <a:extLst>
              <a:ext uri="{FF2B5EF4-FFF2-40B4-BE49-F238E27FC236}">
                <a16:creationId xmlns:a16="http://schemas.microsoft.com/office/drawing/2014/main" id="{441E9D48-67E5-F9EB-79AB-A076C8DB6B19}"/>
              </a:ext>
            </a:extLst>
          </p:cNvPr>
          <p:cNvSpPr/>
          <p:nvPr/>
        </p:nvSpPr>
        <p:spPr>
          <a:xfrm flipV="1">
            <a:off x="391561" y="4419361"/>
            <a:ext cx="5338798" cy="11027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0" name="Tekstvak 99">
            <a:extLst>
              <a:ext uri="{FF2B5EF4-FFF2-40B4-BE49-F238E27FC236}">
                <a16:creationId xmlns:a16="http://schemas.microsoft.com/office/drawing/2014/main" id="{464CE707-E9DE-29C9-0767-506A9C4CAF3B}"/>
              </a:ext>
            </a:extLst>
          </p:cNvPr>
          <p:cNvSpPr txBox="1"/>
          <p:nvPr/>
        </p:nvSpPr>
        <p:spPr>
          <a:xfrm>
            <a:off x="6172320" y="4708289"/>
            <a:ext cx="1958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Change </a:t>
            </a:r>
            <a:r>
              <a:rPr lang="nl-NL" sz="1000" dirty="0" err="1"/>
              <a:t>into</a:t>
            </a:r>
            <a:r>
              <a:rPr lang="nl-NL" sz="1000" dirty="0"/>
              <a:t>: </a:t>
            </a:r>
            <a:r>
              <a:rPr lang="nl-NL" sz="1000" dirty="0" err="1"/>
              <a:t>Lining</a:t>
            </a:r>
            <a:r>
              <a:rPr lang="nl-NL" sz="1000" dirty="0"/>
              <a:t> </a:t>
            </a:r>
            <a:r>
              <a:rPr lang="nl-NL" sz="1000" dirty="0" err="1"/>
              <a:t>including</a:t>
            </a:r>
            <a:r>
              <a:rPr lang="nl-NL" sz="1000" dirty="0"/>
              <a:t> </a:t>
            </a:r>
            <a:r>
              <a:rPr lang="nl-NL" sz="1000" dirty="0" err="1"/>
              <a:t>dropdown</a:t>
            </a:r>
            <a:r>
              <a:rPr lang="nl-NL" sz="1000" dirty="0"/>
              <a:t>, </a:t>
            </a:r>
            <a:r>
              <a:rPr lang="nl-NL" sz="1000" dirty="0" err="1"/>
              <a:t>only</a:t>
            </a:r>
            <a:r>
              <a:rPr lang="nl-NL" sz="1000" dirty="0"/>
              <a:t> </a:t>
            </a:r>
            <a:r>
              <a:rPr lang="nl-NL" sz="1000" dirty="0" err="1"/>
              <a:t>one</a:t>
            </a:r>
            <a:r>
              <a:rPr lang="nl-NL" sz="1000" dirty="0"/>
              <a:t> option,.  </a:t>
            </a:r>
          </a:p>
        </p:txBody>
      </p:sp>
      <p:sp>
        <p:nvSpPr>
          <p:cNvPr id="101" name="Rechthoek 100">
            <a:extLst>
              <a:ext uri="{FF2B5EF4-FFF2-40B4-BE49-F238E27FC236}">
                <a16:creationId xmlns:a16="http://schemas.microsoft.com/office/drawing/2014/main" id="{451BDD0B-C403-47F8-8020-273B7C18CD16}"/>
              </a:ext>
            </a:extLst>
          </p:cNvPr>
          <p:cNvSpPr/>
          <p:nvPr/>
        </p:nvSpPr>
        <p:spPr>
          <a:xfrm>
            <a:off x="6182152" y="4712096"/>
            <a:ext cx="2037616" cy="494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02" name="Rechte verbindingslijn met pijl 101">
            <a:extLst>
              <a:ext uri="{FF2B5EF4-FFF2-40B4-BE49-F238E27FC236}">
                <a16:creationId xmlns:a16="http://schemas.microsoft.com/office/drawing/2014/main" id="{7713F4EB-D0D5-5951-7EFF-EB9F028925F0}"/>
              </a:ext>
            </a:extLst>
          </p:cNvPr>
          <p:cNvCxnSpPr>
            <a:cxnSpLocks/>
            <a:stCxn id="101" idx="1"/>
            <a:endCxn id="98" idx="3"/>
          </p:cNvCxnSpPr>
          <p:nvPr/>
        </p:nvCxnSpPr>
        <p:spPr>
          <a:xfrm flipH="1">
            <a:off x="5730359" y="4959408"/>
            <a:ext cx="451793" cy="11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Afbeelding 110">
            <a:extLst>
              <a:ext uri="{FF2B5EF4-FFF2-40B4-BE49-F238E27FC236}">
                <a16:creationId xmlns:a16="http://schemas.microsoft.com/office/drawing/2014/main" id="{76650C8E-AD97-9502-62CA-DB545372F9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744" y="5662095"/>
            <a:ext cx="1588030" cy="1011105"/>
          </a:xfrm>
          <a:prstGeom prst="rect">
            <a:avLst/>
          </a:prstGeom>
        </p:spPr>
      </p:pic>
      <p:sp>
        <p:nvSpPr>
          <p:cNvPr id="112" name="Rechthoek 111">
            <a:extLst>
              <a:ext uri="{FF2B5EF4-FFF2-40B4-BE49-F238E27FC236}">
                <a16:creationId xmlns:a16="http://schemas.microsoft.com/office/drawing/2014/main" id="{E986610C-E487-3CBC-602B-841C78E3E4A6}"/>
              </a:ext>
            </a:extLst>
          </p:cNvPr>
          <p:cNvSpPr/>
          <p:nvPr/>
        </p:nvSpPr>
        <p:spPr>
          <a:xfrm>
            <a:off x="391561" y="5662095"/>
            <a:ext cx="1673213" cy="118415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9679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DE61D-C6E7-EF77-DB48-DD3A482DF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kstvak 66">
            <a:extLst>
              <a:ext uri="{FF2B5EF4-FFF2-40B4-BE49-F238E27FC236}">
                <a16:creationId xmlns:a16="http://schemas.microsoft.com/office/drawing/2014/main" id="{E6D04CB9-A207-51E8-2F0E-6C5DC98606F9}"/>
              </a:ext>
            </a:extLst>
          </p:cNvPr>
          <p:cNvSpPr txBox="1"/>
          <p:nvPr/>
        </p:nvSpPr>
        <p:spPr>
          <a:xfrm>
            <a:off x="3559272" y="6095384"/>
            <a:ext cx="3072582" cy="24622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Dropdown</a:t>
            </a:r>
            <a:r>
              <a:rPr lang="nl-NL" sz="1000" dirty="0"/>
              <a:t>: 1,2,3,4,5,6, </a:t>
            </a:r>
            <a:r>
              <a:rPr lang="nl-NL" sz="1000" dirty="0" err="1"/>
              <a:t>production</a:t>
            </a:r>
            <a:r>
              <a:rPr lang="nl-NL" sz="1000" dirty="0"/>
              <a:t> </a:t>
            </a:r>
            <a:r>
              <a:rPr lang="nl-NL" sz="1000" dirty="0" err="1"/>
              <a:t>decides</a:t>
            </a:r>
            <a:r>
              <a:rPr lang="nl-NL" sz="1000" dirty="0"/>
              <a:t>  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71622E95-DFD2-9361-5EF9-8AF9DBF44497}"/>
              </a:ext>
            </a:extLst>
          </p:cNvPr>
          <p:cNvSpPr txBox="1"/>
          <p:nvPr/>
        </p:nvSpPr>
        <p:spPr>
          <a:xfrm>
            <a:off x="422786" y="270609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Upper</a:t>
            </a:r>
            <a:r>
              <a:rPr lang="nl-NL" dirty="0"/>
              <a:t> form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0BA54A4-9F0A-E383-CCF8-E48741851DB0}"/>
              </a:ext>
            </a:extLst>
          </p:cNvPr>
          <p:cNvSpPr/>
          <p:nvPr/>
        </p:nvSpPr>
        <p:spPr>
          <a:xfrm>
            <a:off x="422786" y="310574"/>
            <a:ext cx="3175819" cy="353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4CCC503B-34E9-734C-37C4-55846FB4B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411" y="310574"/>
            <a:ext cx="739204" cy="548688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73074B01-8691-9EC2-95FD-6BF477F2A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06" y="1137697"/>
            <a:ext cx="1585097" cy="5692633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7A7173C2-4D85-1901-ABF1-DA73CB253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194" y="1014812"/>
            <a:ext cx="4257368" cy="1126367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8BB9A68E-A060-59BC-ED26-F2F7F543D05D}"/>
              </a:ext>
            </a:extLst>
          </p:cNvPr>
          <p:cNvSpPr/>
          <p:nvPr/>
        </p:nvSpPr>
        <p:spPr>
          <a:xfrm>
            <a:off x="422786" y="1095242"/>
            <a:ext cx="1671485" cy="568816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37B9866C-9046-2A62-6191-004D235B2E21}"/>
              </a:ext>
            </a:extLst>
          </p:cNvPr>
          <p:cNvSpPr txBox="1"/>
          <p:nvPr/>
        </p:nvSpPr>
        <p:spPr>
          <a:xfrm>
            <a:off x="1715724" y="1173923"/>
            <a:ext cx="31955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1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6B0BAA62-D970-47F0-D535-50F344BACD62}"/>
              </a:ext>
            </a:extLst>
          </p:cNvPr>
          <p:cNvSpPr txBox="1"/>
          <p:nvPr/>
        </p:nvSpPr>
        <p:spPr>
          <a:xfrm>
            <a:off x="1730475" y="1837601"/>
            <a:ext cx="31955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2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CD4EFC9B-A84E-187D-A2D9-A38F7B1C96B4}"/>
              </a:ext>
            </a:extLst>
          </p:cNvPr>
          <p:cNvSpPr txBox="1"/>
          <p:nvPr/>
        </p:nvSpPr>
        <p:spPr>
          <a:xfrm>
            <a:off x="1720644" y="2987976"/>
            <a:ext cx="31955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3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23E83F91-00A2-1F4A-450D-D143C21E57FD}"/>
              </a:ext>
            </a:extLst>
          </p:cNvPr>
          <p:cNvSpPr txBox="1"/>
          <p:nvPr/>
        </p:nvSpPr>
        <p:spPr>
          <a:xfrm>
            <a:off x="1730475" y="3599488"/>
            <a:ext cx="31955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4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FE81FD09-2492-6964-C98A-820B38BD9A7F}"/>
              </a:ext>
            </a:extLst>
          </p:cNvPr>
          <p:cNvSpPr txBox="1"/>
          <p:nvPr/>
        </p:nvSpPr>
        <p:spPr>
          <a:xfrm>
            <a:off x="1725555" y="4084276"/>
            <a:ext cx="31955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5</a:t>
            </a: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2AFD9E91-5203-DF99-3231-24F075EB5E96}"/>
              </a:ext>
            </a:extLst>
          </p:cNvPr>
          <p:cNvSpPr txBox="1"/>
          <p:nvPr/>
        </p:nvSpPr>
        <p:spPr>
          <a:xfrm>
            <a:off x="1725560" y="5224816"/>
            <a:ext cx="31955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6</a:t>
            </a: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380FFBC6-1E2F-EF61-8B7F-56B373590602}"/>
              </a:ext>
            </a:extLst>
          </p:cNvPr>
          <p:cNvSpPr txBox="1"/>
          <p:nvPr/>
        </p:nvSpPr>
        <p:spPr>
          <a:xfrm>
            <a:off x="1735387" y="5873748"/>
            <a:ext cx="31955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7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DE54BC97-CC4A-23A8-F957-D95E9B221E2B}"/>
              </a:ext>
            </a:extLst>
          </p:cNvPr>
          <p:cNvSpPr txBox="1"/>
          <p:nvPr/>
        </p:nvSpPr>
        <p:spPr>
          <a:xfrm>
            <a:off x="2355973" y="1138427"/>
            <a:ext cx="328233" cy="3693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1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54A96B1F-5EB6-BF68-3D33-1B46EE4C3781}"/>
              </a:ext>
            </a:extLst>
          </p:cNvPr>
          <p:cNvSpPr txBox="1"/>
          <p:nvPr/>
        </p:nvSpPr>
        <p:spPr>
          <a:xfrm>
            <a:off x="2355972" y="1710737"/>
            <a:ext cx="328233" cy="3693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6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FC580E57-BBF1-57FD-7F71-12196F4A48D7}"/>
              </a:ext>
            </a:extLst>
          </p:cNvPr>
          <p:cNvSpPr txBox="1"/>
          <p:nvPr/>
        </p:nvSpPr>
        <p:spPr>
          <a:xfrm>
            <a:off x="2368100" y="2235343"/>
            <a:ext cx="328233" cy="3693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7</a:t>
            </a: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71332820-DCE1-29E2-0223-5F744411D292}"/>
              </a:ext>
            </a:extLst>
          </p:cNvPr>
          <p:cNvSpPr txBox="1"/>
          <p:nvPr/>
        </p:nvSpPr>
        <p:spPr>
          <a:xfrm>
            <a:off x="2362381" y="3335649"/>
            <a:ext cx="328233" cy="3693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2</a:t>
            </a:r>
          </a:p>
        </p:txBody>
      </p:sp>
      <p:sp>
        <p:nvSpPr>
          <p:cNvPr id="37" name="Tekstvak 36">
            <a:extLst>
              <a:ext uri="{FF2B5EF4-FFF2-40B4-BE49-F238E27FC236}">
                <a16:creationId xmlns:a16="http://schemas.microsoft.com/office/drawing/2014/main" id="{F2EFC3E8-3058-BC81-1E85-B24A61EA1E58}"/>
              </a:ext>
            </a:extLst>
          </p:cNvPr>
          <p:cNvSpPr txBox="1"/>
          <p:nvPr/>
        </p:nvSpPr>
        <p:spPr>
          <a:xfrm>
            <a:off x="2362380" y="3931433"/>
            <a:ext cx="328233" cy="3693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3</a:t>
            </a: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9E33A756-BBEE-23EE-A5E6-00DFB942B2E2}"/>
              </a:ext>
            </a:extLst>
          </p:cNvPr>
          <p:cNvSpPr txBox="1"/>
          <p:nvPr/>
        </p:nvSpPr>
        <p:spPr>
          <a:xfrm>
            <a:off x="2355971" y="4527217"/>
            <a:ext cx="328233" cy="3693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4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C4318616-326B-2EDA-2380-FB79B46F6974}"/>
              </a:ext>
            </a:extLst>
          </p:cNvPr>
          <p:cNvSpPr txBox="1"/>
          <p:nvPr/>
        </p:nvSpPr>
        <p:spPr>
          <a:xfrm>
            <a:off x="2362381" y="2759823"/>
            <a:ext cx="328233" cy="3693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5</a:t>
            </a:r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16AEB272-2FCC-C5F4-34FD-EFEEE6CECC80}"/>
              </a:ext>
            </a:extLst>
          </p:cNvPr>
          <p:cNvSpPr/>
          <p:nvPr/>
        </p:nvSpPr>
        <p:spPr>
          <a:xfrm flipV="1">
            <a:off x="462114" y="6286278"/>
            <a:ext cx="1616322" cy="4446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Rechthoek 40">
            <a:extLst>
              <a:ext uri="{FF2B5EF4-FFF2-40B4-BE49-F238E27FC236}">
                <a16:creationId xmlns:a16="http://schemas.microsoft.com/office/drawing/2014/main" id="{A5123778-1BBF-C969-CF0B-CE435BC5F1C7}"/>
              </a:ext>
            </a:extLst>
          </p:cNvPr>
          <p:cNvSpPr/>
          <p:nvPr/>
        </p:nvSpPr>
        <p:spPr>
          <a:xfrm flipV="1">
            <a:off x="477949" y="4589608"/>
            <a:ext cx="1616322" cy="4446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07A645D0-536E-8D05-4731-2E5BD47CF0CE}"/>
              </a:ext>
            </a:extLst>
          </p:cNvPr>
          <p:cNvSpPr txBox="1"/>
          <p:nvPr/>
        </p:nvSpPr>
        <p:spPr>
          <a:xfrm>
            <a:off x="8416383" y="844018"/>
            <a:ext cx="2716028" cy="147732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Remove</a:t>
            </a:r>
            <a:r>
              <a:rPr lang="nl-NL" sz="1000" dirty="0"/>
              <a:t> </a:t>
            </a:r>
            <a:r>
              <a:rPr lang="nl-NL" sz="1000" dirty="0" err="1"/>
              <a:t>from</a:t>
            </a:r>
            <a:r>
              <a:rPr lang="nl-NL" sz="1000" dirty="0"/>
              <a:t> </a:t>
            </a:r>
            <a:r>
              <a:rPr lang="nl-NL" sz="1000" dirty="0" err="1"/>
              <a:t>dropdown</a:t>
            </a:r>
            <a:r>
              <a:rPr lang="nl-NL" sz="1000" dirty="0"/>
              <a:t>:</a:t>
            </a:r>
            <a:br>
              <a:rPr lang="nl-NL" sz="1000" dirty="0"/>
            </a:br>
            <a:r>
              <a:rPr lang="nl-NL" sz="1000" dirty="0" err="1"/>
              <a:t>Velcro</a:t>
            </a:r>
            <a:r>
              <a:rPr lang="nl-NL" sz="1000" dirty="0"/>
              <a:t> passant </a:t>
            </a:r>
            <a:r>
              <a:rPr lang="nl-NL" sz="1000" dirty="0" err="1"/>
              <a:t>medial</a:t>
            </a:r>
            <a:br>
              <a:rPr lang="nl-NL" sz="1000" dirty="0"/>
            </a:br>
            <a:r>
              <a:rPr lang="nl-NL" sz="1000" dirty="0" err="1"/>
              <a:t>Velcro</a:t>
            </a:r>
            <a:r>
              <a:rPr lang="nl-NL" sz="1000" dirty="0"/>
              <a:t> passant </a:t>
            </a:r>
            <a:r>
              <a:rPr lang="nl-NL" sz="1000" dirty="0" err="1"/>
              <a:t>lateral</a:t>
            </a:r>
            <a:endParaRPr lang="nl-NL" sz="1000" dirty="0"/>
          </a:p>
          <a:p>
            <a:r>
              <a:rPr lang="nl-NL" sz="1000" dirty="0" err="1"/>
              <a:t>Add</a:t>
            </a:r>
            <a:r>
              <a:rPr lang="nl-NL" sz="1000" dirty="0"/>
              <a:t> </a:t>
            </a:r>
            <a:r>
              <a:rPr lang="nl-NL" sz="1000" dirty="0" err="1"/>
              <a:t>to</a:t>
            </a:r>
            <a:r>
              <a:rPr lang="nl-NL" sz="1000" dirty="0"/>
              <a:t> </a:t>
            </a:r>
            <a:r>
              <a:rPr lang="nl-NL" sz="1000" dirty="0" err="1"/>
              <a:t>dropdown</a:t>
            </a:r>
            <a:r>
              <a:rPr lang="nl-NL" sz="1000" dirty="0"/>
              <a:t>: </a:t>
            </a:r>
            <a:br>
              <a:rPr lang="nl-NL" sz="1000" dirty="0"/>
            </a:br>
            <a:r>
              <a:rPr lang="nl-NL" sz="1000" dirty="0" err="1"/>
              <a:t>Velcro</a:t>
            </a:r>
            <a:r>
              <a:rPr lang="nl-NL" sz="1000" dirty="0"/>
              <a:t> passant </a:t>
            </a:r>
            <a:r>
              <a:rPr lang="nl-NL" sz="1000" dirty="0" err="1"/>
              <a:t>medial</a:t>
            </a:r>
            <a:r>
              <a:rPr lang="nl-NL" sz="1000" dirty="0"/>
              <a:t> </a:t>
            </a:r>
            <a:r>
              <a:rPr lang="nl-NL" sz="1000" dirty="0" err="1"/>
              <a:t>left</a:t>
            </a:r>
            <a:br>
              <a:rPr lang="nl-NL" sz="1000" dirty="0"/>
            </a:br>
            <a:r>
              <a:rPr lang="nl-NL" sz="1000" dirty="0" err="1"/>
              <a:t>Velcro</a:t>
            </a:r>
            <a:r>
              <a:rPr lang="nl-NL" sz="1000" dirty="0"/>
              <a:t> passant </a:t>
            </a:r>
            <a:r>
              <a:rPr lang="nl-NL" sz="1000" dirty="0" err="1"/>
              <a:t>lateral</a:t>
            </a:r>
            <a:r>
              <a:rPr lang="nl-NL" sz="1000" dirty="0"/>
              <a:t> </a:t>
            </a:r>
            <a:r>
              <a:rPr lang="nl-NL" sz="1000" dirty="0" err="1"/>
              <a:t>left</a:t>
            </a:r>
            <a:endParaRPr lang="nl-NL" sz="1000" dirty="0"/>
          </a:p>
          <a:p>
            <a:r>
              <a:rPr lang="nl-NL" sz="1000" dirty="0" err="1"/>
              <a:t>Velcro</a:t>
            </a:r>
            <a:r>
              <a:rPr lang="nl-NL" sz="1000" dirty="0"/>
              <a:t> passant </a:t>
            </a:r>
            <a:r>
              <a:rPr lang="nl-NL" sz="1000" dirty="0" err="1"/>
              <a:t>medial</a:t>
            </a:r>
            <a:r>
              <a:rPr lang="nl-NL" sz="1000" dirty="0"/>
              <a:t> right</a:t>
            </a:r>
          </a:p>
          <a:p>
            <a:r>
              <a:rPr lang="nl-NL" sz="1000" dirty="0" err="1"/>
              <a:t>Velcro</a:t>
            </a:r>
            <a:r>
              <a:rPr lang="nl-NL" sz="1000" dirty="0"/>
              <a:t> passant </a:t>
            </a:r>
            <a:r>
              <a:rPr lang="nl-NL" sz="1000" dirty="0" err="1"/>
              <a:t>lateral</a:t>
            </a:r>
            <a:r>
              <a:rPr lang="nl-NL" sz="1000" dirty="0"/>
              <a:t> right </a:t>
            </a:r>
          </a:p>
          <a:p>
            <a:endParaRPr lang="nl-NL" sz="1000" dirty="0"/>
          </a:p>
        </p:txBody>
      </p:sp>
      <p:sp>
        <p:nvSpPr>
          <p:cNvPr id="45" name="Rechthoek 44">
            <a:extLst>
              <a:ext uri="{FF2B5EF4-FFF2-40B4-BE49-F238E27FC236}">
                <a16:creationId xmlns:a16="http://schemas.microsoft.com/office/drawing/2014/main" id="{D8081677-B74A-3683-D171-7C13766EECD7}"/>
              </a:ext>
            </a:extLst>
          </p:cNvPr>
          <p:cNvSpPr/>
          <p:nvPr/>
        </p:nvSpPr>
        <p:spPr>
          <a:xfrm>
            <a:off x="3564192" y="913365"/>
            <a:ext cx="4257369" cy="134228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7" name="Tekstvak 46">
            <a:extLst>
              <a:ext uri="{FF2B5EF4-FFF2-40B4-BE49-F238E27FC236}">
                <a16:creationId xmlns:a16="http://schemas.microsoft.com/office/drawing/2014/main" id="{2B753B8C-B931-2502-8C20-B0F18FC022E1}"/>
              </a:ext>
            </a:extLst>
          </p:cNvPr>
          <p:cNvSpPr txBox="1"/>
          <p:nvPr/>
        </p:nvSpPr>
        <p:spPr>
          <a:xfrm>
            <a:off x="892408" y="720908"/>
            <a:ext cx="2716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Change </a:t>
            </a:r>
            <a:r>
              <a:rPr lang="nl-NL" sz="1000" dirty="0" err="1"/>
              <a:t>sequence</a:t>
            </a:r>
            <a:endParaRPr lang="nl-NL" sz="1000" dirty="0"/>
          </a:p>
        </p:txBody>
      </p:sp>
      <p:sp>
        <p:nvSpPr>
          <p:cNvPr id="48" name="Rechthoek 47">
            <a:extLst>
              <a:ext uri="{FF2B5EF4-FFF2-40B4-BE49-F238E27FC236}">
                <a16:creationId xmlns:a16="http://schemas.microsoft.com/office/drawing/2014/main" id="{F73AD82F-FF4C-F544-EBB7-DA43C0A00B7A}"/>
              </a:ext>
            </a:extLst>
          </p:cNvPr>
          <p:cNvSpPr/>
          <p:nvPr/>
        </p:nvSpPr>
        <p:spPr>
          <a:xfrm>
            <a:off x="894734" y="711895"/>
            <a:ext cx="1189703" cy="29768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9" name="Tekstvak 48">
            <a:extLst>
              <a:ext uri="{FF2B5EF4-FFF2-40B4-BE49-F238E27FC236}">
                <a16:creationId xmlns:a16="http://schemas.microsoft.com/office/drawing/2014/main" id="{9ED46241-F90E-042C-38C8-4FA05BD582D0}"/>
              </a:ext>
            </a:extLst>
          </p:cNvPr>
          <p:cNvSpPr txBox="1"/>
          <p:nvPr/>
        </p:nvSpPr>
        <p:spPr>
          <a:xfrm>
            <a:off x="7466421" y="913612"/>
            <a:ext cx="31955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2</a:t>
            </a:r>
          </a:p>
        </p:txBody>
      </p:sp>
      <p:sp>
        <p:nvSpPr>
          <p:cNvPr id="50" name="Tekstvak 49">
            <a:extLst>
              <a:ext uri="{FF2B5EF4-FFF2-40B4-BE49-F238E27FC236}">
                <a16:creationId xmlns:a16="http://schemas.microsoft.com/office/drawing/2014/main" id="{2722D3DB-ADA4-FBF3-2588-36A9E6A62028}"/>
              </a:ext>
            </a:extLst>
          </p:cNvPr>
          <p:cNvSpPr txBox="1"/>
          <p:nvPr/>
        </p:nvSpPr>
        <p:spPr>
          <a:xfrm>
            <a:off x="3599711" y="2775172"/>
            <a:ext cx="2716028" cy="24622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Longer</a:t>
            </a:r>
            <a:r>
              <a:rPr lang="nl-NL" sz="1000" dirty="0"/>
              <a:t> </a:t>
            </a:r>
            <a:r>
              <a:rPr lang="nl-NL" sz="1000" dirty="0" err="1"/>
              <a:t>velcro</a:t>
            </a:r>
            <a:r>
              <a:rPr lang="nl-NL" sz="1000" dirty="0"/>
              <a:t> </a:t>
            </a:r>
            <a:r>
              <a:rPr lang="nl-NL" sz="1000" dirty="0" err="1"/>
              <a:t>measured</a:t>
            </a:r>
            <a:r>
              <a:rPr lang="nl-NL" sz="1000" dirty="0"/>
              <a:t> in mm </a:t>
            </a:r>
          </a:p>
        </p:txBody>
      </p:sp>
      <p:sp>
        <p:nvSpPr>
          <p:cNvPr id="52" name="Tekstvak 51">
            <a:extLst>
              <a:ext uri="{FF2B5EF4-FFF2-40B4-BE49-F238E27FC236}">
                <a16:creationId xmlns:a16="http://schemas.microsoft.com/office/drawing/2014/main" id="{FE3EE807-92E0-642B-1429-355735AE363D}"/>
              </a:ext>
            </a:extLst>
          </p:cNvPr>
          <p:cNvSpPr txBox="1"/>
          <p:nvPr/>
        </p:nvSpPr>
        <p:spPr>
          <a:xfrm>
            <a:off x="5995216" y="2711936"/>
            <a:ext cx="32823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3</a:t>
            </a:r>
          </a:p>
        </p:txBody>
      </p:sp>
      <p:sp>
        <p:nvSpPr>
          <p:cNvPr id="53" name="Tekstvak 52">
            <a:extLst>
              <a:ext uri="{FF2B5EF4-FFF2-40B4-BE49-F238E27FC236}">
                <a16:creationId xmlns:a16="http://schemas.microsoft.com/office/drawing/2014/main" id="{9003A99B-0946-74E7-FD22-FBE11879CF08}"/>
              </a:ext>
            </a:extLst>
          </p:cNvPr>
          <p:cNvSpPr txBox="1"/>
          <p:nvPr/>
        </p:nvSpPr>
        <p:spPr>
          <a:xfrm>
            <a:off x="3598605" y="3332520"/>
            <a:ext cx="2716028" cy="24622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Width</a:t>
            </a:r>
            <a:r>
              <a:rPr lang="nl-NL" sz="1000" dirty="0"/>
              <a:t> </a:t>
            </a:r>
            <a:r>
              <a:rPr lang="nl-NL" sz="1000" dirty="0" err="1"/>
              <a:t>velcro</a:t>
            </a:r>
            <a:r>
              <a:rPr lang="nl-NL" sz="1000" dirty="0"/>
              <a:t> </a:t>
            </a:r>
            <a:r>
              <a:rPr lang="nl-NL" sz="1000" dirty="0" err="1"/>
              <a:t>measured</a:t>
            </a:r>
            <a:r>
              <a:rPr lang="nl-NL" sz="1000" dirty="0"/>
              <a:t> in mm </a:t>
            </a:r>
          </a:p>
        </p:txBody>
      </p:sp>
      <p:sp>
        <p:nvSpPr>
          <p:cNvPr id="56" name="Tekstvak 55">
            <a:extLst>
              <a:ext uri="{FF2B5EF4-FFF2-40B4-BE49-F238E27FC236}">
                <a16:creationId xmlns:a16="http://schemas.microsoft.com/office/drawing/2014/main" id="{CCDF30AC-2122-2280-C1F0-CD80F63A522F}"/>
              </a:ext>
            </a:extLst>
          </p:cNvPr>
          <p:cNvSpPr txBox="1"/>
          <p:nvPr/>
        </p:nvSpPr>
        <p:spPr>
          <a:xfrm>
            <a:off x="6002604" y="3260274"/>
            <a:ext cx="31955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4</a:t>
            </a:r>
          </a:p>
        </p:txBody>
      </p:sp>
      <p:sp>
        <p:nvSpPr>
          <p:cNvPr id="57" name="Tekstvak 56">
            <a:extLst>
              <a:ext uri="{FF2B5EF4-FFF2-40B4-BE49-F238E27FC236}">
                <a16:creationId xmlns:a16="http://schemas.microsoft.com/office/drawing/2014/main" id="{E52ECB88-0144-4B19-025F-57C4EF47885B}"/>
              </a:ext>
            </a:extLst>
          </p:cNvPr>
          <p:cNvSpPr txBox="1"/>
          <p:nvPr/>
        </p:nvSpPr>
        <p:spPr>
          <a:xfrm>
            <a:off x="3593688" y="3838926"/>
            <a:ext cx="2716028" cy="147732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If</a:t>
            </a:r>
            <a:r>
              <a:rPr lang="nl-NL" sz="1000" dirty="0"/>
              <a:t> </a:t>
            </a:r>
            <a:r>
              <a:rPr lang="nl-NL" sz="1000" dirty="0" err="1"/>
              <a:t>zipper</a:t>
            </a:r>
            <a:r>
              <a:rPr lang="nl-NL" sz="1000" dirty="0"/>
              <a:t> yes: </a:t>
            </a:r>
            <a:r>
              <a:rPr lang="nl-NL" sz="1000" dirty="0" err="1"/>
              <a:t>then</a:t>
            </a:r>
            <a:r>
              <a:rPr lang="nl-NL" sz="1000" dirty="0"/>
              <a:t> </a:t>
            </a:r>
            <a:r>
              <a:rPr lang="nl-NL" sz="1000" dirty="0" err="1"/>
              <a:t>dropdown</a:t>
            </a:r>
            <a:r>
              <a:rPr lang="nl-NL" sz="1000" dirty="0"/>
              <a:t> </a:t>
            </a:r>
          </a:p>
          <a:p>
            <a:r>
              <a:rPr lang="nl-NL" sz="1000" dirty="0"/>
              <a:t>- </a:t>
            </a:r>
            <a:r>
              <a:rPr lang="nl-NL" sz="1000" dirty="0" err="1"/>
              <a:t>Zipper</a:t>
            </a:r>
            <a:r>
              <a:rPr lang="nl-NL" sz="1000" dirty="0"/>
              <a:t> </a:t>
            </a:r>
            <a:r>
              <a:rPr lang="nl-NL" sz="1000" dirty="0" err="1"/>
              <a:t>along</a:t>
            </a:r>
            <a:r>
              <a:rPr lang="nl-NL" sz="1000" dirty="0"/>
              <a:t> </a:t>
            </a:r>
            <a:r>
              <a:rPr lang="nl-NL" sz="1000" dirty="0" err="1"/>
              <a:t>laces</a:t>
            </a:r>
            <a:r>
              <a:rPr lang="nl-NL" sz="1000" dirty="0"/>
              <a:t> </a:t>
            </a:r>
            <a:r>
              <a:rPr lang="nl-NL" sz="1000" dirty="0" err="1"/>
              <a:t>left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endParaRPr lang="nl-NL" sz="1000" dirty="0"/>
          </a:p>
          <a:p>
            <a:pPr marL="171450" indent="-171450">
              <a:buFontTx/>
              <a:buChar char="-"/>
            </a:pPr>
            <a:r>
              <a:rPr lang="nl-NL" sz="1000" dirty="0" err="1"/>
              <a:t>Zipper</a:t>
            </a:r>
            <a:r>
              <a:rPr lang="nl-NL" sz="1000" dirty="0"/>
              <a:t> </a:t>
            </a:r>
            <a:r>
              <a:rPr lang="nl-NL" sz="1000" dirty="0" err="1"/>
              <a:t>along</a:t>
            </a:r>
            <a:r>
              <a:rPr lang="nl-NL" sz="1000" dirty="0"/>
              <a:t> </a:t>
            </a:r>
            <a:r>
              <a:rPr lang="nl-NL" sz="1000" dirty="0" err="1"/>
              <a:t>laces</a:t>
            </a:r>
            <a:r>
              <a:rPr lang="nl-NL" sz="1000" dirty="0"/>
              <a:t> </a:t>
            </a:r>
            <a:r>
              <a:rPr lang="nl-NL" sz="1000" dirty="0" err="1"/>
              <a:t>left</a:t>
            </a:r>
            <a:r>
              <a:rPr lang="nl-NL" sz="1000" dirty="0"/>
              <a:t> </a:t>
            </a:r>
            <a:r>
              <a:rPr lang="nl-NL" sz="1000" dirty="0" err="1"/>
              <a:t>lateral</a:t>
            </a:r>
            <a:endParaRPr lang="nl-NL" sz="1000" dirty="0"/>
          </a:p>
          <a:p>
            <a:pPr marL="171450" indent="-171450">
              <a:buFontTx/>
              <a:buChar char="-"/>
            </a:pPr>
            <a:r>
              <a:rPr lang="nl-NL" sz="1000" dirty="0" err="1"/>
              <a:t>Zipper</a:t>
            </a:r>
            <a:r>
              <a:rPr lang="nl-NL" sz="1000" dirty="0"/>
              <a:t> on side part </a:t>
            </a:r>
            <a:r>
              <a:rPr lang="nl-NL" sz="1000" dirty="0" err="1"/>
              <a:t>left</a:t>
            </a:r>
            <a:r>
              <a:rPr lang="nl-NL" sz="1000" dirty="0"/>
              <a:t> </a:t>
            </a:r>
            <a:r>
              <a:rPr lang="nl-NL" sz="1000" dirty="0" err="1"/>
              <a:t>medial</a:t>
            </a:r>
            <a:endParaRPr lang="nl-NL" sz="1000" dirty="0"/>
          </a:p>
          <a:p>
            <a:pPr marL="171450" indent="-171450">
              <a:buFontTx/>
              <a:buChar char="-"/>
            </a:pPr>
            <a:r>
              <a:rPr lang="nl-NL" sz="1000" dirty="0" err="1"/>
              <a:t>Zipper</a:t>
            </a:r>
            <a:r>
              <a:rPr lang="nl-NL" sz="1000" dirty="0"/>
              <a:t> on side part </a:t>
            </a:r>
            <a:r>
              <a:rPr lang="nl-NL" sz="1000" dirty="0" err="1"/>
              <a:t>left</a:t>
            </a:r>
            <a:r>
              <a:rPr lang="nl-NL" sz="1000" dirty="0"/>
              <a:t> </a:t>
            </a:r>
            <a:r>
              <a:rPr lang="nl-NL" sz="1000" dirty="0" err="1"/>
              <a:t>lateral</a:t>
            </a:r>
            <a:r>
              <a:rPr lang="nl-NL" sz="1000" dirty="0"/>
              <a:t> </a:t>
            </a:r>
          </a:p>
          <a:p>
            <a:pPr marL="171450" indent="-171450">
              <a:buFontTx/>
              <a:buChar char="-"/>
            </a:pPr>
            <a:r>
              <a:rPr lang="nl-NL" sz="1000" dirty="0"/>
              <a:t>  </a:t>
            </a:r>
            <a:r>
              <a:rPr lang="nl-NL" sz="1000" dirty="0" err="1"/>
              <a:t>Zipper</a:t>
            </a:r>
            <a:r>
              <a:rPr lang="nl-NL" sz="1000" dirty="0"/>
              <a:t> </a:t>
            </a:r>
            <a:r>
              <a:rPr lang="nl-NL" sz="1000" dirty="0" err="1"/>
              <a:t>along</a:t>
            </a:r>
            <a:r>
              <a:rPr lang="nl-NL" sz="1000" dirty="0"/>
              <a:t> </a:t>
            </a:r>
            <a:r>
              <a:rPr lang="nl-NL" sz="1000" dirty="0" err="1"/>
              <a:t>laces</a:t>
            </a:r>
            <a:r>
              <a:rPr lang="nl-NL" sz="1000" dirty="0"/>
              <a:t> right </a:t>
            </a:r>
            <a:r>
              <a:rPr lang="nl-NL" sz="1000" dirty="0" err="1"/>
              <a:t>medial</a:t>
            </a:r>
            <a:endParaRPr lang="nl-NL" sz="1000" dirty="0"/>
          </a:p>
          <a:p>
            <a:pPr marL="171450" indent="-171450">
              <a:buFontTx/>
              <a:buChar char="-"/>
            </a:pPr>
            <a:r>
              <a:rPr lang="nl-NL" sz="1000" dirty="0" err="1"/>
              <a:t>Zipper</a:t>
            </a:r>
            <a:r>
              <a:rPr lang="nl-NL" sz="1000" dirty="0"/>
              <a:t> </a:t>
            </a:r>
            <a:r>
              <a:rPr lang="nl-NL" sz="1000" dirty="0" err="1"/>
              <a:t>along</a:t>
            </a:r>
            <a:r>
              <a:rPr lang="nl-NL" sz="1000" dirty="0"/>
              <a:t> </a:t>
            </a:r>
            <a:r>
              <a:rPr lang="nl-NL" sz="1000" dirty="0" err="1"/>
              <a:t>laces</a:t>
            </a:r>
            <a:r>
              <a:rPr lang="nl-NL" sz="1000" dirty="0"/>
              <a:t> right </a:t>
            </a:r>
            <a:r>
              <a:rPr lang="nl-NL" sz="1000" dirty="0" err="1"/>
              <a:t>lateral</a:t>
            </a:r>
            <a:endParaRPr lang="nl-NL" sz="1000" dirty="0"/>
          </a:p>
          <a:p>
            <a:pPr marL="171450" indent="-171450">
              <a:buFontTx/>
              <a:buChar char="-"/>
            </a:pPr>
            <a:r>
              <a:rPr lang="nl-NL" sz="1000" dirty="0" err="1"/>
              <a:t>Zipper</a:t>
            </a:r>
            <a:r>
              <a:rPr lang="nl-NL" sz="1000" dirty="0"/>
              <a:t> on side part right </a:t>
            </a:r>
            <a:r>
              <a:rPr lang="nl-NL" sz="1000" dirty="0" err="1"/>
              <a:t>medial</a:t>
            </a:r>
            <a:endParaRPr lang="nl-NL" sz="1000" dirty="0"/>
          </a:p>
          <a:p>
            <a:pPr marL="171450" indent="-171450">
              <a:buFontTx/>
              <a:buChar char="-"/>
            </a:pPr>
            <a:r>
              <a:rPr lang="nl-NL" sz="1000" dirty="0" err="1"/>
              <a:t>Zipper</a:t>
            </a:r>
            <a:r>
              <a:rPr lang="nl-NL" sz="1000" dirty="0"/>
              <a:t> on side part right </a:t>
            </a:r>
            <a:r>
              <a:rPr lang="nl-NL" sz="1000" dirty="0" err="1"/>
              <a:t>lateral</a:t>
            </a:r>
            <a:endParaRPr lang="nl-NL" sz="1000" dirty="0"/>
          </a:p>
        </p:txBody>
      </p:sp>
      <p:sp>
        <p:nvSpPr>
          <p:cNvPr id="59" name="Tekstvak 58">
            <a:extLst>
              <a:ext uri="{FF2B5EF4-FFF2-40B4-BE49-F238E27FC236}">
                <a16:creationId xmlns:a16="http://schemas.microsoft.com/office/drawing/2014/main" id="{6999B7F1-3667-F52D-C390-1D2534DFF9F2}"/>
              </a:ext>
            </a:extLst>
          </p:cNvPr>
          <p:cNvSpPr txBox="1"/>
          <p:nvPr/>
        </p:nvSpPr>
        <p:spPr>
          <a:xfrm>
            <a:off x="5995083" y="3829993"/>
            <a:ext cx="31955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5</a:t>
            </a:r>
          </a:p>
        </p:txBody>
      </p:sp>
      <p:sp>
        <p:nvSpPr>
          <p:cNvPr id="60" name="Tekstvak 59">
            <a:extLst>
              <a:ext uri="{FF2B5EF4-FFF2-40B4-BE49-F238E27FC236}">
                <a16:creationId xmlns:a16="http://schemas.microsoft.com/office/drawing/2014/main" id="{56A14EC9-FC9D-EF37-C10E-D0B4E073D270}"/>
              </a:ext>
            </a:extLst>
          </p:cNvPr>
          <p:cNvSpPr txBox="1"/>
          <p:nvPr/>
        </p:nvSpPr>
        <p:spPr>
          <a:xfrm>
            <a:off x="3564192" y="5451376"/>
            <a:ext cx="3072582" cy="24622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Dropdown</a:t>
            </a:r>
            <a:r>
              <a:rPr lang="nl-NL" sz="1000" dirty="0"/>
              <a:t>: 1,2,3,4,5,6, </a:t>
            </a:r>
            <a:r>
              <a:rPr lang="nl-NL" sz="1000" dirty="0" err="1"/>
              <a:t>production</a:t>
            </a:r>
            <a:r>
              <a:rPr lang="nl-NL" sz="1000" dirty="0"/>
              <a:t> </a:t>
            </a:r>
            <a:r>
              <a:rPr lang="nl-NL" sz="1000" dirty="0" err="1"/>
              <a:t>decides</a:t>
            </a:r>
            <a:r>
              <a:rPr lang="nl-NL" sz="1000" dirty="0"/>
              <a:t>  </a:t>
            </a:r>
          </a:p>
        </p:txBody>
      </p:sp>
      <p:sp>
        <p:nvSpPr>
          <p:cNvPr id="64" name="Tekstvak 63">
            <a:extLst>
              <a:ext uri="{FF2B5EF4-FFF2-40B4-BE49-F238E27FC236}">
                <a16:creationId xmlns:a16="http://schemas.microsoft.com/office/drawing/2014/main" id="{EC64E34A-FF54-67EF-29C2-870C5D4A7F12}"/>
              </a:ext>
            </a:extLst>
          </p:cNvPr>
          <p:cNvSpPr txBox="1"/>
          <p:nvPr/>
        </p:nvSpPr>
        <p:spPr>
          <a:xfrm>
            <a:off x="6322154" y="5409482"/>
            <a:ext cx="31955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6</a:t>
            </a:r>
          </a:p>
        </p:txBody>
      </p:sp>
      <p:sp>
        <p:nvSpPr>
          <p:cNvPr id="65" name="Tekstvak 64">
            <a:extLst>
              <a:ext uri="{FF2B5EF4-FFF2-40B4-BE49-F238E27FC236}">
                <a16:creationId xmlns:a16="http://schemas.microsoft.com/office/drawing/2014/main" id="{FF4DE670-8963-8E5D-D99A-4F20F5D15ADD}"/>
              </a:ext>
            </a:extLst>
          </p:cNvPr>
          <p:cNvSpPr txBox="1"/>
          <p:nvPr/>
        </p:nvSpPr>
        <p:spPr>
          <a:xfrm>
            <a:off x="6322148" y="6026148"/>
            <a:ext cx="31955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7</a:t>
            </a:r>
          </a:p>
        </p:txBody>
      </p:sp>
      <p:pic>
        <p:nvPicPr>
          <p:cNvPr id="69" name="Afbeelding 68">
            <a:extLst>
              <a:ext uri="{FF2B5EF4-FFF2-40B4-BE49-F238E27FC236}">
                <a16:creationId xmlns:a16="http://schemas.microsoft.com/office/drawing/2014/main" id="{5A685225-105C-61D5-3E23-7D67CAB90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7603" y="3200617"/>
            <a:ext cx="3536467" cy="1276617"/>
          </a:xfrm>
          <a:prstGeom prst="rect">
            <a:avLst/>
          </a:prstGeom>
        </p:spPr>
      </p:pic>
      <p:sp>
        <p:nvSpPr>
          <p:cNvPr id="70" name="Tekstvak 69">
            <a:extLst>
              <a:ext uri="{FF2B5EF4-FFF2-40B4-BE49-F238E27FC236}">
                <a16:creationId xmlns:a16="http://schemas.microsoft.com/office/drawing/2014/main" id="{96721ABD-B764-87DC-4224-CC2B0F82A8C2}"/>
              </a:ext>
            </a:extLst>
          </p:cNvPr>
          <p:cNvSpPr txBox="1"/>
          <p:nvPr/>
        </p:nvSpPr>
        <p:spPr>
          <a:xfrm>
            <a:off x="7997629" y="2628501"/>
            <a:ext cx="2716028" cy="24622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 err="1"/>
              <a:t>Only</a:t>
            </a:r>
            <a:r>
              <a:rPr lang="nl-NL" sz="1000" dirty="0"/>
              <a:t> show </a:t>
            </a:r>
            <a:r>
              <a:rPr lang="nl-NL" sz="1000" dirty="0" err="1"/>
              <a:t>when</a:t>
            </a:r>
            <a:r>
              <a:rPr lang="nl-NL" sz="1000" dirty="0"/>
              <a:t> </a:t>
            </a:r>
            <a:r>
              <a:rPr lang="nl-NL" sz="1000" dirty="0" err="1"/>
              <a:t>this</a:t>
            </a:r>
            <a:r>
              <a:rPr lang="nl-NL" sz="1000" dirty="0"/>
              <a:t> is </a:t>
            </a:r>
            <a:r>
              <a:rPr lang="nl-NL" sz="1000" dirty="0" err="1"/>
              <a:t>possible</a:t>
            </a:r>
            <a:r>
              <a:rPr lang="nl-NL" sz="1000" dirty="0"/>
              <a:t> </a:t>
            </a:r>
            <a:r>
              <a:rPr lang="nl-NL" sz="1000" dirty="0" err="1"/>
              <a:t>to</a:t>
            </a:r>
            <a:r>
              <a:rPr lang="nl-NL" sz="1000" dirty="0"/>
              <a:t> make</a:t>
            </a:r>
          </a:p>
        </p:txBody>
      </p:sp>
      <p:sp>
        <p:nvSpPr>
          <p:cNvPr id="71" name="Rechthoek 70">
            <a:extLst>
              <a:ext uri="{FF2B5EF4-FFF2-40B4-BE49-F238E27FC236}">
                <a16:creationId xmlns:a16="http://schemas.microsoft.com/office/drawing/2014/main" id="{81D45B43-3744-7ADA-16A1-3737C6ADFE53}"/>
              </a:ext>
            </a:extLst>
          </p:cNvPr>
          <p:cNvSpPr/>
          <p:nvPr/>
        </p:nvSpPr>
        <p:spPr>
          <a:xfrm>
            <a:off x="7529716" y="3094272"/>
            <a:ext cx="3651855" cy="134228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72" name="Rechte verbindingslijn met pijl 71">
            <a:extLst>
              <a:ext uri="{FF2B5EF4-FFF2-40B4-BE49-F238E27FC236}">
                <a16:creationId xmlns:a16="http://schemas.microsoft.com/office/drawing/2014/main" id="{2E28461F-978E-5B33-A009-4A9160CC18FF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>
            <a:off x="9355643" y="2874722"/>
            <a:ext cx="1" cy="219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Rechte verbindingslijn met pijl 86">
            <a:extLst>
              <a:ext uri="{FF2B5EF4-FFF2-40B4-BE49-F238E27FC236}">
                <a16:creationId xmlns:a16="http://schemas.microsoft.com/office/drawing/2014/main" id="{42635BD4-EE54-B8CC-FBE2-73A4FD590551}"/>
              </a:ext>
            </a:extLst>
          </p:cNvPr>
          <p:cNvCxnSpPr>
            <a:cxnSpLocks/>
            <a:stCxn id="45" idx="3"/>
            <a:endCxn id="43" idx="1"/>
          </p:cNvCxnSpPr>
          <p:nvPr/>
        </p:nvCxnSpPr>
        <p:spPr>
          <a:xfrm flipV="1">
            <a:off x="7821561" y="1582682"/>
            <a:ext cx="594822" cy="1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674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Afbeelding 91">
            <a:extLst>
              <a:ext uri="{FF2B5EF4-FFF2-40B4-BE49-F238E27FC236}">
                <a16:creationId xmlns:a16="http://schemas.microsoft.com/office/drawing/2014/main" id="{8718BB7D-5BFD-0A30-FA4B-B1AFF0B0C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07" y="1300534"/>
            <a:ext cx="3291226" cy="1549966"/>
          </a:xfrm>
          <a:prstGeom prst="rect">
            <a:avLst/>
          </a:prstGeom>
        </p:spPr>
      </p:pic>
      <p:sp>
        <p:nvSpPr>
          <p:cNvPr id="93" name="Rechthoek 92">
            <a:extLst>
              <a:ext uri="{FF2B5EF4-FFF2-40B4-BE49-F238E27FC236}">
                <a16:creationId xmlns:a16="http://schemas.microsoft.com/office/drawing/2014/main" id="{4867A14D-BD36-347C-FACE-A2A19D32A7A1}"/>
              </a:ext>
            </a:extLst>
          </p:cNvPr>
          <p:cNvSpPr/>
          <p:nvPr/>
        </p:nvSpPr>
        <p:spPr>
          <a:xfrm flipV="1">
            <a:off x="413238" y="1337348"/>
            <a:ext cx="3536467" cy="15131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F5F0B4AC-F91C-B2A7-4CBB-16F19A515A8C}"/>
              </a:ext>
            </a:extLst>
          </p:cNvPr>
          <p:cNvSpPr txBox="1"/>
          <p:nvPr/>
        </p:nvSpPr>
        <p:spPr>
          <a:xfrm>
            <a:off x="422786" y="270609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Upper</a:t>
            </a:r>
            <a:r>
              <a:rPr lang="nl-NL" dirty="0"/>
              <a:t> form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98F8E23A-3C8B-CC7F-CD26-7A79C9DE6E0D}"/>
              </a:ext>
            </a:extLst>
          </p:cNvPr>
          <p:cNvSpPr/>
          <p:nvPr/>
        </p:nvSpPr>
        <p:spPr>
          <a:xfrm>
            <a:off x="422786" y="310574"/>
            <a:ext cx="3175819" cy="353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2062305-288D-6883-C761-9CDB0E263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2411" y="310574"/>
            <a:ext cx="739204" cy="548688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0A0F1397-2DEB-7182-71DE-997F41308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77" y="3412064"/>
            <a:ext cx="3847516" cy="1206425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A6F19995-5349-763B-9BC9-37A7DD385CFE}"/>
              </a:ext>
            </a:extLst>
          </p:cNvPr>
          <p:cNvSpPr/>
          <p:nvPr/>
        </p:nvSpPr>
        <p:spPr>
          <a:xfrm flipV="1">
            <a:off x="390185" y="3250925"/>
            <a:ext cx="3536467" cy="15131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5F6F100-AF64-FA9B-232A-C637156BB7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202" y="5053337"/>
            <a:ext cx="2457402" cy="1298013"/>
          </a:xfrm>
          <a:prstGeom prst="rect">
            <a:avLst/>
          </a:prstGeom>
        </p:spPr>
      </p:pic>
      <p:sp>
        <p:nvSpPr>
          <p:cNvPr id="12" name="Rechthoek 11">
            <a:extLst>
              <a:ext uri="{FF2B5EF4-FFF2-40B4-BE49-F238E27FC236}">
                <a16:creationId xmlns:a16="http://schemas.microsoft.com/office/drawing/2014/main" id="{C6CAEB27-7C2A-8C4A-3570-45953D4B7E56}"/>
              </a:ext>
            </a:extLst>
          </p:cNvPr>
          <p:cNvSpPr/>
          <p:nvPr/>
        </p:nvSpPr>
        <p:spPr>
          <a:xfrm>
            <a:off x="418203" y="5053336"/>
            <a:ext cx="2457402" cy="129801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8755D21A-4C34-0BC9-31CA-E3313A7155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012" y="1309342"/>
            <a:ext cx="1631830" cy="1549966"/>
          </a:xfrm>
          <a:prstGeom prst="rect">
            <a:avLst/>
          </a:prstGeom>
        </p:spPr>
      </p:pic>
      <p:sp>
        <p:nvSpPr>
          <p:cNvPr id="15" name="Rechthoek 14">
            <a:extLst>
              <a:ext uri="{FF2B5EF4-FFF2-40B4-BE49-F238E27FC236}">
                <a16:creationId xmlns:a16="http://schemas.microsoft.com/office/drawing/2014/main" id="{A229F4CC-E2CF-988E-D2F1-82DF68930CA4}"/>
              </a:ext>
            </a:extLst>
          </p:cNvPr>
          <p:cNvSpPr/>
          <p:nvPr/>
        </p:nvSpPr>
        <p:spPr>
          <a:xfrm>
            <a:off x="4477184" y="1247005"/>
            <a:ext cx="1597658" cy="161230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342692EC-7D72-D2D4-8CA0-FA7914F212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5077" y="3109767"/>
            <a:ext cx="1407700" cy="1777852"/>
          </a:xfrm>
          <a:prstGeom prst="rect">
            <a:avLst/>
          </a:prstGeom>
        </p:spPr>
      </p:pic>
      <p:sp>
        <p:nvSpPr>
          <p:cNvPr id="19" name="Rechthoek 18">
            <a:extLst>
              <a:ext uri="{FF2B5EF4-FFF2-40B4-BE49-F238E27FC236}">
                <a16:creationId xmlns:a16="http://schemas.microsoft.com/office/drawing/2014/main" id="{F28E516E-ACF5-0F40-7C92-F9F75C74B80F}"/>
              </a:ext>
            </a:extLst>
          </p:cNvPr>
          <p:cNvSpPr/>
          <p:nvPr/>
        </p:nvSpPr>
        <p:spPr>
          <a:xfrm>
            <a:off x="4477184" y="3109767"/>
            <a:ext cx="1597658" cy="185552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72D07A01-B37A-EBC7-DE77-E113DB5CC0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1566" y="5344762"/>
            <a:ext cx="1392094" cy="1082193"/>
          </a:xfrm>
          <a:prstGeom prst="rect">
            <a:avLst/>
          </a:prstGeom>
        </p:spPr>
      </p:pic>
      <p:sp>
        <p:nvSpPr>
          <p:cNvPr id="22" name="Rechthoek 21">
            <a:extLst>
              <a:ext uri="{FF2B5EF4-FFF2-40B4-BE49-F238E27FC236}">
                <a16:creationId xmlns:a16="http://schemas.microsoft.com/office/drawing/2014/main" id="{A7F7848D-2340-90C1-4833-257A2A758301}"/>
              </a:ext>
            </a:extLst>
          </p:cNvPr>
          <p:cNvSpPr/>
          <p:nvPr/>
        </p:nvSpPr>
        <p:spPr>
          <a:xfrm>
            <a:off x="4478678" y="5138078"/>
            <a:ext cx="1597658" cy="148152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3" name="Afbeelding 32">
            <a:extLst>
              <a:ext uri="{FF2B5EF4-FFF2-40B4-BE49-F238E27FC236}">
                <a16:creationId xmlns:a16="http://schemas.microsoft.com/office/drawing/2014/main" id="{74B9B121-F5B6-EA6C-034F-7D16195E45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7032" y="1166162"/>
            <a:ext cx="2810883" cy="1855523"/>
          </a:xfrm>
          <a:prstGeom prst="rect">
            <a:avLst/>
          </a:prstGeom>
        </p:spPr>
      </p:pic>
      <p:sp>
        <p:nvSpPr>
          <p:cNvPr id="34" name="Rechthoek 33">
            <a:extLst>
              <a:ext uri="{FF2B5EF4-FFF2-40B4-BE49-F238E27FC236}">
                <a16:creationId xmlns:a16="http://schemas.microsoft.com/office/drawing/2014/main" id="{170F4258-1FD7-5404-F6B6-2B798FB6B947}"/>
              </a:ext>
            </a:extLst>
          </p:cNvPr>
          <p:cNvSpPr/>
          <p:nvPr/>
        </p:nvSpPr>
        <p:spPr>
          <a:xfrm>
            <a:off x="6887031" y="1166163"/>
            <a:ext cx="2810883" cy="66263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Rechthoek 34">
            <a:extLst>
              <a:ext uri="{FF2B5EF4-FFF2-40B4-BE49-F238E27FC236}">
                <a16:creationId xmlns:a16="http://schemas.microsoft.com/office/drawing/2014/main" id="{E53C3263-FA32-E277-3C9A-985FEF163388}"/>
              </a:ext>
            </a:extLst>
          </p:cNvPr>
          <p:cNvSpPr/>
          <p:nvPr/>
        </p:nvSpPr>
        <p:spPr>
          <a:xfrm flipV="1">
            <a:off x="6887031" y="1936953"/>
            <a:ext cx="2810883" cy="3834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1344E649-D2AF-69AA-D6FD-C1C480E784D7}"/>
              </a:ext>
            </a:extLst>
          </p:cNvPr>
          <p:cNvSpPr/>
          <p:nvPr/>
        </p:nvSpPr>
        <p:spPr>
          <a:xfrm flipV="1">
            <a:off x="6887030" y="2428564"/>
            <a:ext cx="2810883" cy="5931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2" name="Afbeelding 41">
            <a:extLst>
              <a:ext uri="{FF2B5EF4-FFF2-40B4-BE49-F238E27FC236}">
                <a16:creationId xmlns:a16="http://schemas.microsoft.com/office/drawing/2014/main" id="{B88FC986-A8BD-17D3-A15E-0CB7E62B65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7031" y="3441038"/>
            <a:ext cx="978845" cy="370523"/>
          </a:xfrm>
          <a:prstGeom prst="rect">
            <a:avLst/>
          </a:prstGeom>
        </p:spPr>
      </p:pic>
      <p:sp>
        <p:nvSpPr>
          <p:cNvPr id="43" name="Rechthoek 42">
            <a:extLst>
              <a:ext uri="{FF2B5EF4-FFF2-40B4-BE49-F238E27FC236}">
                <a16:creationId xmlns:a16="http://schemas.microsoft.com/office/drawing/2014/main" id="{0916990D-B856-3890-DE93-774977AD770C}"/>
              </a:ext>
            </a:extLst>
          </p:cNvPr>
          <p:cNvSpPr/>
          <p:nvPr/>
        </p:nvSpPr>
        <p:spPr>
          <a:xfrm>
            <a:off x="6887030" y="3429000"/>
            <a:ext cx="978845" cy="59312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460062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12573</TotalTime>
  <Words>878</Words>
  <Application>Microsoft Office PowerPoint</Application>
  <PresentationFormat>Ecrã Panorâmico</PresentationFormat>
  <Paragraphs>325</Paragraphs>
  <Slides>12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Kantoorthema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Martijn Loonen</dc:creator>
  <cp:lastModifiedBy>umzero</cp:lastModifiedBy>
  <cp:revision>1</cp:revision>
  <cp:lastPrinted>2025-12-12T09:18:28Z</cp:lastPrinted>
  <dcterms:created xsi:type="dcterms:W3CDTF">2025-12-04T14:55:58Z</dcterms:created>
  <dcterms:modified xsi:type="dcterms:W3CDTF">2026-02-08T17:55:13Z</dcterms:modified>
</cp:coreProperties>
</file>