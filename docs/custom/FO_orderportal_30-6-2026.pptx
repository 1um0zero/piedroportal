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06E51-CF38-408E-AEF9-6C238E86AB3E}" v="7" dt="2026-07-13T05:26:37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jn Loonen" userId="ea73e076-d04f-44f8-b9ec-37bc121a9c81" providerId="ADAL" clId="{D44A2019-1E10-40B5-B3FA-2687C3688848}"/>
    <pc:docChg chg="undo custSel addSld delSld modSld sldOrd">
      <pc:chgData name="Martijn Loonen" userId="ea73e076-d04f-44f8-b9ec-37bc121a9c81" providerId="ADAL" clId="{D44A2019-1E10-40B5-B3FA-2687C3688848}" dt="2026-07-13T05:27:11.254" v="7486" actId="1035"/>
      <pc:docMkLst>
        <pc:docMk/>
      </pc:docMkLst>
      <pc:sldChg chg="addSp delSp modSp mod">
        <pc:chgData name="Martijn Loonen" userId="ea73e076-d04f-44f8-b9ec-37bc121a9c81" providerId="ADAL" clId="{D44A2019-1E10-40B5-B3FA-2687C3688848}" dt="2026-06-30T14:34:00.632" v="528"/>
        <pc:sldMkLst>
          <pc:docMk/>
          <pc:sldMk cId="3982906843" sldId="256"/>
        </pc:sldMkLst>
        <pc:spChg chg="add mod">
          <ac:chgData name="Martijn Loonen" userId="ea73e076-d04f-44f8-b9ec-37bc121a9c81" providerId="ADAL" clId="{D44A2019-1E10-40B5-B3FA-2687C3688848}" dt="2026-06-30T14:15:34.139" v="311" actId="14100"/>
          <ac:spMkLst>
            <pc:docMk/>
            <pc:sldMk cId="3982906843" sldId="256"/>
            <ac:spMk id="12" creationId="{03462A77-382D-19D8-4DDD-2CBC13135DE3}"/>
          </ac:spMkLst>
        </pc:spChg>
        <pc:spChg chg="add mod">
          <ac:chgData name="Martijn Loonen" userId="ea73e076-d04f-44f8-b9ec-37bc121a9c81" providerId="ADAL" clId="{D44A2019-1E10-40B5-B3FA-2687C3688848}" dt="2026-06-30T14:15:22.007" v="309" actId="208"/>
          <ac:spMkLst>
            <pc:docMk/>
            <pc:sldMk cId="3982906843" sldId="256"/>
            <ac:spMk id="14" creationId="{BA1073F1-025C-49F7-24EF-E4103B153729}"/>
          </ac:spMkLst>
        </pc:spChg>
        <pc:spChg chg="add mod">
          <ac:chgData name="Martijn Loonen" userId="ea73e076-d04f-44f8-b9ec-37bc121a9c81" providerId="ADAL" clId="{D44A2019-1E10-40B5-B3FA-2687C3688848}" dt="2026-06-30T14:15:22.007" v="309" actId="208"/>
          <ac:spMkLst>
            <pc:docMk/>
            <pc:sldMk cId="3982906843" sldId="256"/>
            <ac:spMk id="16" creationId="{AF98276D-F5D3-2C35-5969-FEF6DD9E7965}"/>
          </ac:spMkLst>
        </pc:spChg>
        <pc:spChg chg="add mod">
          <ac:chgData name="Martijn Loonen" userId="ea73e076-d04f-44f8-b9ec-37bc121a9c81" providerId="ADAL" clId="{D44A2019-1E10-40B5-B3FA-2687C3688848}" dt="2026-06-30T14:27:16.903" v="446" actId="1076"/>
          <ac:spMkLst>
            <pc:docMk/>
            <pc:sldMk cId="3982906843" sldId="256"/>
            <ac:spMk id="18" creationId="{9477BE36-F72D-99CB-ACDC-D15D7227C069}"/>
          </ac:spMkLst>
        </pc:spChg>
        <pc:spChg chg="add mod">
          <ac:chgData name="Martijn Loonen" userId="ea73e076-d04f-44f8-b9ec-37bc121a9c81" providerId="ADAL" clId="{D44A2019-1E10-40B5-B3FA-2687C3688848}" dt="2026-06-30T14:31:29.542" v="515" actId="1076"/>
          <ac:spMkLst>
            <pc:docMk/>
            <pc:sldMk cId="3982906843" sldId="256"/>
            <ac:spMk id="22" creationId="{0D6E27E2-1167-3D3F-28D6-F001FB56D3C0}"/>
          </ac:spMkLst>
        </pc:spChg>
        <pc:spChg chg="add mod">
          <ac:chgData name="Martijn Loonen" userId="ea73e076-d04f-44f8-b9ec-37bc121a9c81" providerId="ADAL" clId="{D44A2019-1E10-40B5-B3FA-2687C3688848}" dt="2026-06-30T14:32:06.681" v="522" actId="207"/>
          <ac:spMkLst>
            <pc:docMk/>
            <pc:sldMk cId="3982906843" sldId="256"/>
            <ac:spMk id="25" creationId="{E1C9EAAC-9B67-D5CE-3236-1108C5F3E1E2}"/>
          </ac:spMkLst>
        </pc:spChg>
        <pc:picChg chg="add mod">
          <ac:chgData name="Martijn Loonen" userId="ea73e076-d04f-44f8-b9ec-37bc121a9c81" providerId="ADAL" clId="{D44A2019-1E10-40B5-B3FA-2687C3688848}" dt="2026-06-30T14:09:56.735" v="3" actId="1076"/>
          <ac:picMkLst>
            <pc:docMk/>
            <pc:sldMk cId="3982906843" sldId="256"/>
            <ac:picMk id="5" creationId="{51EA6D3A-D254-5435-DFA5-6612C99CEF2E}"/>
          </ac:picMkLst>
        </pc:picChg>
        <pc:picChg chg="add mod">
          <ac:chgData name="Martijn Loonen" userId="ea73e076-d04f-44f8-b9ec-37bc121a9c81" providerId="ADAL" clId="{D44A2019-1E10-40B5-B3FA-2687C3688848}" dt="2026-06-30T14:27:10.058" v="445" actId="14100"/>
          <ac:picMkLst>
            <pc:docMk/>
            <pc:sldMk cId="3982906843" sldId="256"/>
            <ac:picMk id="20" creationId="{8B7835C1-26B4-2BB4-10A3-B116AA2DC7D7}"/>
          </ac:picMkLst>
        </pc:picChg>
        <pc:cxnChg chg="add mod">
          <ac:chgData name="Martijn Loonen" userId="ea73e076-d04f-44f8-b9ec-37bc121a9c81" providerId="ADAL" clId="{D44A2019-1E10-40B5-B3FA-2687C3688848}" dt="2026-06-30T14:33:38.483" v="524" actId="208"/>
          <ac:cxnSpMkLst>
            <pc:docMk/>
            <pc:sldMk cId="3982906843" sldId="256"/>
            <ac:cxnSpMk id="7" creationId="{FB1F90C7-7587-8DD6-C843-82F31E1FA7B5}"/>
          </ac:cxnSpMkLst>
        </pc:cxnChg>
        <pc:cxnChg chg="add mod">
          <ac:chgData name="Martijn Loonen" userId="ea73e076-d04f-44f8-b9ec-37bc121a9c81" providerId="ADAL" clId="{D44A2019-1E10-40B5-B3FA-2687C3688848}" dt="2026-06-30T14:33:34.182" v="523" actId="208"/>
          <ac:cxnSpMkLst>
            <pc:docMk/>
            <pc:sldMk cId="3982906843" sldId="256"/>
            <ac:cxnSpMk id="8" creationId="{C3B1BDE9-435B-D0A8-7BC8-71A52765B109}"/>
          </ac:cxnSpMkLst>
        </pc:cxnChg>
        <pc:cxnChg chg="add mod">
          <ac:chgData name="Martijn Loonen" userId="ea73e076-d04f-44f8-b9ec-37bc121a9c81" providerId="ADAL" clId="{D44A2019-1E10-40B5-B3FA-2687C3688848}" dt="2026-06-30T14:33:52.334" v="527" actId="14100"/>
          <ac:cxnSpMkLst>
            <pc:docMk/>
            <pc:sldMk cId="3982906843" sldId="256"/>
            <ac:cxnSpMk id="26" creationId="{2139EFC0-A7CE-2EFA-8186-1DBA590A3009}"/>
          </ac:cxnSpMkLst>
        </pc:cxnChg>
      </pc:sldChg>
      <pc:sldChg chg="addSp delSp modSp add mod">
        <pc:chgData name="Martijn Loonen" userId="ea73e076-d04f-44f8-b9ec-37bc121a9c81" providerId="ADAL" clId="{D44A2019-1E10-40B5-B3FA-2687C3688848}" dt="2026-07-02T12:42:47.748" v="2324" actId="20577"/>
        <pc:sldMkLst>
          <pc:docMk/>
          <pc:sldMk cId="2662724956" sldId="257"/>
        </pc:sldMkLst>
        <pc:spChg chg="add mod">
          <ac:chgData name="Martijn Loonen" userId="ea73e076-d04f-44f8-b9ec-37bc121a9c81" providerId="ADAL" clId="{D44A2019-1E10-40B5-B3FA-2687C3688848}" dt="2026-07-02T09:33:20.236" v="540" actId="208"/>
          <ac:spMkLst>
            <pc:docMk/>
            <pc:sldMk cId="2662724956" sldId="257"/>
            <ac:spMk id="10" creationId="{7EC56F7E-925E-5DA3-898C-0F2CF05D5DAC}"/>
          </ac:spMkLst>
        </pc:spChg>
        <pc:spChg chg="add mod">
          <ac:chgData name="Martijn Loonen" userId="ea73e076-d04f-44f8-b9ec-37bc121a9c81" providerId="ADAL" clId="{D44A2019-1E10-40B5-B3FA-2687C3688848}" dt="2026-07-02T09:35:33.741" v="654" actId="1036"/>
          <ac:spMkLst>
            <pc:docMk/>
            <pc:sldMk cId="2662724956" sldId="257"/>
            <ac:spMk id="13" creationId="{820B2097-A192-DD23-D961-79884EEE3493}"/>
          </ac:spMkLst>
        </pc:spChg>
        <pc:spChg chg="add mod">
          <ac:chgData name="Martijn Loonen" userId="ea73e076-d04f-44f8-b9ec-37bc121a9c81" providerId="ADAL" clId="{D44A2019-1E10-40B5-B3FA-2687C3688848}" dt="2026-07-02T09:35:19.711" v="648" actId="1037"/>
          <ac:spMkLst>
            <pc:docMk/>
            <pc:sldMk cId="2662724956" sldId="257"/>
            <ac:spMk id="17" creationId="{EF21D262-FEC0-DA86-5036-42A01720BCE1}"/>
          </ac:spMkLst>
        </pc:spChg>
        <pc:spChg chg="add mod">
          <ac:chgData name="Martijn Loonen" userId="ea73e076-d04f-44f8-b9ec-37bc121a9c81" providerId="ADAL" clId="{D44A2019-1E10-40B5-B3FA-2687C3688848}" dt="2026-07-02T09:56:20.381" v="1058" actId="1037"/>
          <ac:spMkLst>
            <pc:docMk/>
            <pc:sldMk cId="2662724956" sldId="257"/>
            <ac:spMk id="32" creationId="{C095D7E0-3C80-40A4-8A4C-F3D20E10343C}"/>
          </ac:spMkLst>
        </pc:spChg>
        <pc:spChg chg="add mod">
          <ac:chgData name="Martijn Loonen" userId="ea73e076-d04f-44f8-b9ec-37bc121a9c81" providerId="ADAL" clId="{D44A2019-1E10-40B5-B3FA-2687C3688848}" dt="2026-07-02T09:56:11.622" v="1030" actId="1037"/>
          <ac:spMkLst>
            <pc:docMk/>
            <pc:sldMk cId="2662724956" sldId="257"/>
            <ac:spMk id="36" creationId="{C8775882-34AF-137B-0EB0-BD06BFC30EB5}"/>
          </ac:spMkLst>
        </pc:spChg>
        <pc:spChg chg="add mod">
          <ac:chgData name="Martijn Loonen" userId="ea73e076-d04f-44f8-b9ec-37bc121a9c81" providerId="ADAL" clId="{D44A2019-1E10-40B5-B3FA-2687C3688848}" dt="2026-07-02T09:57:15.928" v="1121" actId="1035"/>
          <ac:spMkLst>
            <pc:docMk/>
            <pc:sldMk cId="2662724956" sldId="257"/>
            <ac:spMk id="38" creationId="{B79AEA9E-17E3-F884-F66A-FD4EA712BF57}"/>
          </ac:spMkLst>
        </pc:spChg>
        <pc:spChg chg="add mod">
          <ac:chgData name="Martijn Loonen" userId="ea73e076-d04f-44f8-b9ec-37bc121a9c81" providerId="ADAL" clId="{D44A2019-1E10-40B5-B3FA-2687C3688848}" dt="2026-07-02T10:27:49.858" v="1925" actId="1036"/>
          <ac:spMkLst>
            <pc:docMk/>
            <pc:sldMk cId="2662724956" sldId="257"/>
            <ac:spMk id="40" creationId="{1DE3F549-8B29-CB74-A109-6FA47B6ECFE1}"/>
          </ac:spMkLst>
        </pc:spChg>
        <pc:spChg chg="add mod">
          <ac:chgData name="Martijn Loonen" userId="ea73e076-d04f-44f8-b9ec-37bc121a9c81" providerId="ADAL" clId="{D44A2019-1E10-40B5-B3FA-2687C3688848}" dt="2026-07-02T10:01:30.785" v="1542" actId="20577"/>
          <ac:spMkLst>
            <pc:docMk/>
            <pc:sldMk cId="2662724956" sldId="257"/>
            <ac:spMk id="47" creationId="{A3A76EB6-38B7-EA27-CD00-60E98E2000F1}"/>
          </ac:spMkLst>
        </pc:spChg>
        <pc:spChg chg="add mod">
          <ac:chgData name="Martijn Loonen" userId="ea73e076-d04f-44f8-b9ec-37bc121a9c81" providerId="ADAL" clId="{D44A2019-1E10-40B5-B3FA-2687C3688848}" dt="2026-07-02T10:00:43.519" v="1511" actId="1036"/>
          <ac:spMkLst>
            <pc:docMk/>
            <pc:sldMk cId="2662724956" sldId="257"/>
            <ac:spMk id="49" creationId="{90F5DA1C-2F99-322A-76BE-7C07E8D88C24}"/>
          </ac:spMkLst>
        </pc:spChg>
        <pc:spChg chg="add mod">
          <ac:chgData name="Martijn Loonen" userId="ea73e076-d04f-44f8-b9ec-37bc121a9c81" providerId="ADAL" clId="{D44A2019-1E10-40B5-B3FA-2687C3688848}" dt="2026-07-02T10:00:39.728" v="1510" actId="1037"/>
          <ac:spMkLst>
            <pc:docMk/>
            <pc:sldMk cId="2662724956" sldId="257"/>
            <ac:spMk id="51" creationId="{1A3DE8B9-0AE2-59F0-CAB0-982F3B7AC168}"/>
          </ac:spMkLst>
        </pc:spChg>
        <pc:spChg chg="add mod">
          <ac:chgData name="Martijn Loonen" userId="ea73e076-d04f-44f8-b9ec-37bc121a9c81" providerId="ADAL" clId="{D44A2019-1E10-40B5-B3FA-2687C3688848}" dt="2026-07-02T10:14:35.347" v="1550" actId="1076"/>
          <ac:spMkLst>
            <pc:docMk/>
            <pc:sldMk cId="2662724956" sldId="257"/>
            <ac:spMk id="61" creationId="{FAA4309E-4048-8461-5F6F-15A1760A1F3B}"/>
          </ac:spMkLst>
        </pc:spChg>
        <pc:spChg chg="add mod">
          <ac:chgData name="Martijn Loonen" userId="ea73e076-d04f-44f8-b9ec-37bc121a9c81" providerId="ADAL" clId="{D44A2019-1E10-40B5-B3FA-2687C3688848}" dt="2026-07-02T12:42:47.748" v="2324" actId="20577"/>
          <ac:spMkLst>
            <pc:docMk/>
            <pc:sldMk cId="2662724956" sldId="257"/>
            <ac:spMk id="63" creationId="{EB29812B-E577-CBDC-CA75-3ECEDBB0A4F0}"/>
          </ac:spMkLst>
        </pc:spChg>
        <pc:spChg chg="add mod">
          <ac:chgData name="Martijn Loonen" userId="ea73e076-d04f-44f8-b9ec-37bc121a9c81" providerId="ADAL" clId="{D44A2019-1E10-40B5-B3FA-2687C3688848}" dt="2026-07-02T10:31:37.807" v="2080" actId="1035"/>
          <ac:spMkLst>
            <pc:docMk/>
            <pc:sldMk cId="2662724956" sldId="257"/>
            <ac:spMk id="65" creationId="{1D9D60E2-9844-B70C-319D-EB88BAB7D620}"/>
          </ac:spMkLst>
        </pc:spChg>
        <pc:spChg chg="add mod">
          <ac:chgData name="Martijn Loonen" userId="ea73e076-d04f-44f8-b9ec-37bc121a9c81" providerId="ADAL" clId="{D44A2019-1E10-40B5-B3FA-2687C3688848}" dt="2026-07-02T10:18:49.860" v="1749" actId="1038"/>
          <ac:spMkLst>
            <pc:docMk/>
            <pc:sldMk cId="2662724956" sldId="257"/>
            <ac:spMk id="67" creationId="{C3C1F4F5-B049-69E4-7117-7D141AB55D66}"/>
          </ac:spMkLst>
        </pc:spChg>
        <pc:spChg chg="add mod">
          <ac:chgData name="Martijn Loonen" userId="ea73e076-d04f-44f8-b9ec-37bc121a9c81" providerId="ADAL" clId="{D44A2019-1E10-40B5-B3FA-2687C3688848}" dt="2026-07-02T10:27:11.905" v="1903" actId="1035"/>
          <ac:spMkLst>
            <pc:docMk/>
            <pc:sldMk cId="2662724956" sldId="257"/>
            <ac:spMk id="71" creationId="{BE4B6AE2-E1B5-1B5B-374D-299F4BA49094}"/>
          </ac:spMkLst>
        </pc:spChg>
        <pc:spChg chg="add mod">
          <ac:chgData name="Martijn Loonen" userId="ea73e076-d04f-44f8-b9ec-37bc121a9c81" providerId="ADAL" clId="{D44A2019-1E10-40B5-B3FA-2687C3688848}" dt="2026-07-02T10:29:30.320" v="1945" actId="1076"/>
          <ac:spMkLst>
            <pc:docMk/>
            <pc:sldMk cId="2662724956" sldId="257"/>
            <ac:spMk id="85" creationId="{14B03EA0-080B-D1AB-9944-7BA97F6F371A}"/>
          </ac:spMkLst>
        </pc:spChg>
        <pc:spChg chg="add mod">
          <ac:chgData name="Martijn Loonen" userId="ea73e076-d04f-44f8-b9ec-37bc121a9c81" providerId="ADAL" clId="{D44A2019-1E10-40B5-B3FA-2687C3688848}" dt="2026-07-02T10:32:40.777" v="2105" actId="1076"/>
          <ac:spMkLst>
            <pc:docMk/>
            <pc:sldMk cId="2662724956" sldId="257"/>
            <ac:spMk id="90" creationId="{D0419227-D744-53DB-3927-4F521E80BDCC}"/>
          </ac:spMkLst>
        </pc:spChg>
        <pc:picChg chg="add mod">
          <ac:chgData name="Martijn Loonen" userId="ea73e076-d04f-44f8-b9ec-37bc121a9c81" providerId="ADAL" clId="{D44A2019-1E10-40B5-B3FA-2687C3688848}" dt="2026-07-02T09:31:22.854" v="532" actId="1076"/>
          <ac:picMkLst>
            <pc:docMk/>
            <pc:sldMk cId="2662724956" sldId="257"/>
            <ac:picMk id="3" creationId="{94769087-2DD8-4BA1-7E55-5E7A38D07912}"/>
          </ac:picMkLst>
        </pc:picChg>
        <pc:picChg chg="add mod">
          <ac:chgData name="Martijn Loonen" userId="ea73e076-d04f-44f8-b9ec-37bc121a9c81" providerId="ADAL" clId="{D44A2019-1E10-40B5-B3FA-2687C3688848}" dt="2026-07-02T09:32:47.006" v="534" actId="1076"/>
          <ac:picMkLst>
            <pc:docMk/>
            <pc:sldMk cId="2662724956" sldId="257"/>
            <ac:picMk id="6" creationId="{377B30BA-BA15-AC2E-90DC-F3C8C8888099}"/>
          </ac:picMkLst>
        </pc:picChg>
        <pc:picChg chg="add mod">
          <ac:chgData name="Martijn Loonen" userId="ea73e076-d04f-44f8-b9ec-37bc121a9c81" providerId="ADAL" clId="{D44A2019-1E10-40B5-B3FA-2687C3688848}" dt="2026-07-02T09:56:20.381" v="1058" actId="1037"/>
          <ac:picMkLst>
            <pc:docMk/>
            <pc:sldMk cId="2662724956" sldId="257"/>
            <ac:picMk id="30" creationId="{1C4CAEDC-E2B7-098E-0133-FC607ED7E48D}"/>
          </ac:picMkLst>
        </pc:picChg>
        <pc:picChg chg="add mod">
          <ac:chgData name="Martijn Loonen" userId="ea73e076-d04f-44f8-b9ec-37bc121a9c81" providerId="ADAL" clId="{D44A2019-1E10-40B5-B3FA-2687C3688848}" dt="2026-07-02T09:56:11.622" v="1030" actId="1037"/>
          <ac:picMkLst>
            <pc:docMk/>
            <pc:sldMk cId="2662724956" sldId="257"/>
            <ac:picMk id="34" creationId="{8717E174-703D-3677-B5F1-0683A32177DA}"/>
          </ac:picMkLst>
        </pc:picChg>
        <pc:picChg chg="add mod">
          <ac:chgData name="Martijn Loonen" userId="ea73e076-d04f-44f8-b9ec-37bc121a9c81" providerId="ADAL" clId="{D44A2019-1E10-40B5-B3FA-2687C3688848}" dt="2026-07-02T10:14:26.656" v="1548" actId="1076"/>
          <ac:picMkLst>
            <pc:docMk/>
            <pc:sldMk cId="2662724956" sldId="257"/>
            <ac:picMk id="59" creationId="{993F0F16-32AE-5E4A-CB93-854A235C1861}"/>
          </ac:picMkLst>
        </pc:picChg>
        <pc:cxnChg chg="add mod">
          <ac:chgData name="Martijn Loonen" userId="ea73e076-d04f-44f8-b9ec-37bc121a9c81" providerId="ADAL" clId="{D44A2019-1E10-40B5-B3FA-2687C3688848}" dt="2026-07-02T09:35:33.741" v="654" actId="1036"/>
          <ac:cxnSpMkLst>
            <pc:docMk/>
            <pc:sldMk cId="2662724956" sldId="257"/>
            <ac:cxnSpMk id="21" creationId="{2FB3CE81-9B4B-84A8-400E-65A1A6C572E1}"/>
          </ac:cxnSpMkLst>
        </pc:cxnChg>
        <pc:cxnChg chg="add mod">
          <ac:chgData name="Martijn Loonen" userId="ea73e076-d04f-44f8-b9ec-37bc121a9c81" providerId="ADAL" clId="{D44A2019-1E10-40B5-B3FA-2687C3688848}" dt="2026-07-02T10:27:49.858" v="1925" actId="1036"/>
          <ac:cxnSpMkLst>
            <pc:docMk/>
            <pc:sldMk cId="2662724956" sldId="257"/>
            <ac:cxnSpMk id="41" creationId="{5D3972DE-7E27-EABC-48F4-60F25EE56905}"/>
          </ac:cxnSpMkLst>
        </pc:cxnChg>
        <pc:cxnChg chg="add mod">
          <ac:chgData name="Martijn Loonen" userId="ea73e076-d04f-44f8-b9ec-37bc121a9c81" providerId="ADAL" clId="{D44A2019-1E10-40B5-B3FA-2687C3688848}" dt="2026-07-02T10:01:19.183" v="1518" actId="20577"/>
          <ac:cxnSpMkLst>
            <pc:docMk/>
            <pc:sldMk cId="2662724956" sldId="257"/>
            <ac:cxnSpMk id="52" creationId="{B65C3A90-A7AA-B6A7-B142-C2D8817E020D}"/>
          </ac:cxnSpMkLst>
        </pc:cxnChg>
        <pc:cxnChg chg="add mod">
          <ac:chgData name="Martijn Loonen" userId="ea73e076-d04f-44f8-b9ec-37bc121a9c81" providerId="ADAL" clId="{D44A2019-1E10-40B5-B3FA-2687C3688848}" dt="2026-07-02T10:01:19.183" v="1518" actId="20577"/>
          <ac:cxnSpMkLst>
            <pc:docMk/>
            <pc:sldMk cId="2662724956" sldId="257"/>
            <ac:cxnSpMk id="55" creationId="{734EA3A2-CDAA-ED9C-FBC9-E703AC6B61FA}"/>
          </ac:cxnSpMkLst>
        </pc:cxnChg>
        <pc:cxnChg chg="add mod">
          <ac:chgData name="Martijn Loonen" userId="ea73e076-d04f-44f8-b9ec-37bc121a9c81" providerId="ADAL" clId="{D44A2019-1E10-40B5-B3FA-2687C3688848}" dt="2026-07-02T10:27:11.905" v="1903" actId="1035"/>
          <ac:cxnSpMkLst>
            <pc:docMk/>
            <pc:sldMk cId="2662724956" sldId="257"/>
            <ac:cxnSpMk id="72" creationId="{7D3C9319-33C6-4C93-B443-C1D45F55DF95}"/>
          </ac:cxnSpMkLst>
        </pc:cxnChg>
        <pc:cxnChg chg="add mod">
          <ac:chgData name="Martijn Loonen" userId="ea73e076-d04f-44f8-b9ec-37bc121a9c81" providerId="ADAL" clId="{D44A2019-1E10-40B5-B3FA-2687C3688848}" dt="2026-07-02T10:31:37.807" v="2080" actId="1035"/>
          <ac:cxnSpMkLst>
            <pc:docMk/>
            <pc:sldMk cId="2662724956" sldId="257"/>
            <ac:cxnSpMk id="75" creationId="{BE7C01CD-D40E-6ABE-7464-B6431AA28D80}"/>
          </ac:cxnSpMkLst>
        </pc:cxnChg>
        <pc:cxnChg chg="add mod">
          <ac:chgData name="Martijn Loonen" userId="ea73e076-d04f-44f8-b9ec-37bc121a9c81" providerId="ADAL" clId="{D44A2019-1E10-40B5-B3FA-2687C3688848}" dt="2026-07-02T12:38:37.224" v="2145" actId="1076"/>
          <ac:cxnSpMkLst>
            <pc:docMk/>
            <pc:sldMk cId="2662724956" sldId="257"/>
            <ac:cxnSpMk id="81" creationId="{86A7E643-DCCB-C098-1B67-CB31192A088C}"/>
          </ac:cxnSpMkLst>
        </pc:cxnChg>
        <pc:cxnChg chg="add mod">
          <ac:chgData name="Martijn Loonen" userId="ea73e076-d04f-44f8-b9ec-37bc121a9c81" providerId="ADAL" clId="{D44A2019-1E10-40B5-B3FA-2687C3688848}" dt="2026-07-02T10:29:41.282" v="1948" actId="14100"/>
          <ac:cxnSpMkLst>
            <pc:docMk/>
            <pc:sldMk cId="2662724956" sldId="257"/>
            <ac:cxnSpMk id="86" creationId="{0B88A1D9-9CAD-A353-FCA4-AB911B537FA8}"/>
          </ac:cxnSpMkLst>
        </pc:cxnChg>
        <pc:cxnChg chg="add mod">
          <ac:chgData name="Martijn Loonen" userId="ea73e076-d04f-44f8-b9ec-37bc121a9c81" providerId="ADAL" clId="{D44A2019-1E10-40B5-B3FA-2687C3688848}" dt="2026-07-02T10:32:40.777" v="2105" actId="1076"/>
          <ac:cxnSpMkLst>
            <pc:docMk/>
            <pc:sldMk cId="2662724956" sldId="257"/>
            <ac:cxnSpMk id="91" creationId="{80305E44-BE61-AF4B-F3A1-636C250A918E}"/>
          </ac:cxnSpMkLst>
        </pc:cxnChg>
      </pc:sldChg>
      <pc:sldChg chg="addSp delSp modSp new mod ord">
        <pc:chgData name="Martijn Loonen" userId="ea73e076-d04f-44f8-b9ec-37bc121a9c81" providerId="ADAL" clId="{D44A2019-1E10-40B5-B3FA-2687C3688848}" dt="2026-07-02T13:02:47.250" v="2528" actId="22"/>
        <pc:sldMkLst>
          <pc:docMk/>
          <pc:sldMk cId="855986465" sldId="259"/>
        </pc:sldMkLst>
        <pc:spChg chg="add mod">
          <ac:chgData name="Martijn Loonen" userId="ea73e076-d04f-44f8-b9ec-37bc121a9c81" providerId="ADAL" clId="{D44A2019-1E10-40B5-B3FA-2687C3688848}" dt="2026-07-02T12:56:39.480" v="2481" actId="1036"/>
          <ac:spMkLst>
            <pc:docMk/>
            <pc:sldMk cId="855986465" sldId="259"/>
            <ac:spMk id="5" creationId="{6CC891BB-8D87-1D84-09A6-460E02CE2111}"/>
          </ac:spMkLst>
        </pc:spChg>
        <pc:spChg chg="add mod">
          <ac:chgData name="Martijn Loonen" userId="ea73e076-d04f-44f8-b9ec-37bc121a9c81" providerId="ADAL" clId="{D44A2019-1E10-40B5-B3FA-2687C3688848}" dt="2026-07-02T12:56:39.480" v="2481" actId="1036"/>
          <ac:spMkLst>
            <pc:docMk/>
            <pc:sldMk cId="855986465" sldId="259"/>
            <ac:spMk id="9" creationId="{B7E11A31-9BEF-2B07-F116-FB98F53F45AC}"/>
          </ac:spMkLst>
        </pc:spChg>
        <pc:spChg chg="add mod">
          <ac:chgData name="Martijn Loonen" userId="ea73e076-d04f-44f8-b9ec-37bc121a9c81" providerId="ADAL" clId="{D44A2019-1E10-40B5-B3FA-2687C3688848}" dt="2026-07-02T12:56:39.480" v="2481" actId="1036"/>
          <ac:spMkLst>
            <pc:docMk/>
            <pc:sldMk cId="855986465" sldId="259"/>
            <ac:spMk id="11" creationId="{686B032A-20D7-E127-33DC-7DF93A5915F0}"/>
          </ac:spMkLst>
        </pc:spChg>
        <pc:spChg chg="add mod">
          <ac:chgData name="Martijn Loonen" userId="ea73e076-d04f-44f8-b9ec-37bc121a9c81" providerId="ADAL" clId="{D44A2019-1E10-40B5-B3FA-2687C3688848}" dt="2026-07-02T12:56:39.480" v="2481" actId="1036"/>
          <ac:spMkLst>
            <pc:docMk/>
            <pc:sldMk cId="855986465" sldId="259"/>
            <ac:spMk id="21" creationId="{8889C4DA-0B85-F963-1210-A06E507DD221}"/>
          </ac:spMkLst>
        </pc:spChg>
        <pc:spChg chg="add mod">
          <ac:chgData name="Martijn Loonen" userId="ea73e076-d04f-44f8-b9ec-37bc121a9c81" providerId="ADAL" clId="{D44A2019-1E10-40B5-B3FA-2687C3688848}" dt="2026-07-02T12:56:39.480" v="2481" actId="1036"/>
          <ac:spMkLst>
            <pc:docMk/>
            <pc:sldMk cId="855986465" sldId="259"/>
            <ac:spMk id="23" creationId="{71C56B21-466A-BE6D-A9E5-88E137E0AD23}"/>
          </ac:spMkLst>
        </pc:spChg>
        <pc:spChg chg="add mod">
          <ac:chgData name="Martijn Loonen" userId="ea73e076-d04f-44f8-b9ec-37bc121a9c81" providerId="ADAL" clId="{D44A2019-1E10-40B5-B3FA-2687C3688848}" dt="2026-07-02T12:56:39.480" v="2481" actId="1036"/>
          <ac:spMkLst>
            <pc:docMk/>
            <pc:sldMk cId="855986465" sldId="259"/>
            <ac:spMk id="31" creationId="{E75154E8-73B4-9260-2F37-E23ED93D23D5}"/>
          </ac:spMkLst>
        </pc:spChg>
        <pc:spChg chg="add mod">
          <ac:chgData name="Martijn Loonen" userId="ea73e076-d04f-44f8-b9ec-37bc121a9c81" providerId="ADAL" clId="{D44A2019-1E10-40B5-B3FA-2687C3688848}" dt="2026-07-02T12:56:39.480" v="2481" actId="1036"/>
          <ac:spMkLst>
            <pc:docMk/>
            <pc:sldMk cId="855986465" sldId="259"/>
            <ac:spMk id="33" creationId="{2136C38A-2A7D-76F4-9E16-1B6FB98BFA71}"/>
          </ac:spMkLst>
        </pc:spChg>
        <pc:picChg chg="add mod">
          <ac:chgData name="Martijn Loonen" userId="ea73e076-d04f-44f8-b9ec-37bc121a9c81" providerId="ADAL" clId="{D44A2019-1E10-40B5-B3FA-2687C3688848}" dt="2026-07-02T12:56:39.480" v="2481" actId="1036"/>
          <ac:picMkLst>
            <pc:docMk/>
            <pc:sldMk cId="855986465" sldId="259"/>
            <ac:picMk id="3" creationId="{753572E6-816F-68B3-7A65-4E8129C2F996}"/>
          </ac:picMkLst>
        </pc:picChg>
        <pc:picChg chg="add mod">
          <ac:chgData name="Martijn Loonen" userId="ea73e076-d04f-44f8-b9ec-37bc121a9c81" providerId="ADAL" clId="{D44A2019-1E10-40B5-B3FA-2687C3688848}" dt="2026-07-02T12:56:39.480" v="2481" actId="1036"/>
          <ac:picMkLst>
            <pc:docMk/>
            <pc:sldMk cId="855986465" sldId="259"/>
            <ac:picMk id="7" creationId="{5B0C4034-1269-0F1E-FEF0-7FB6B93FEFB1}"/>
          </ac:picMkLst>
        </pc:picChg>
        <pc:picChg chg="add mod">
          <ac:chgData name="Martijn Loonen" userId="ea73e076-d04f-44f8-b9ec-37bc121a9c81" providerId="ADAL" clId="{D44A2019-1E10-40B5-B3FA-2687C3688848}" dt="2026-07-02T12:56:39.480" v="2481" actId="1036"/>
          <ac:picMkLst>
            <pc:docMk/>
            <pc:sldMk cId="855986465" sldId="259"/>
            <ac:picMk id="19" creationId="{F3E747B8-5EE8-99E9-5DDA-BC9C0A2E11E2}"/>
          </ac:picMkLst>
        </pc:picChg>
        <pc:picChg chg="add mod">
          <ac:chgData name="Martijn Loonen" userId="ea73e076-d04f-44f8-b9ec-37bc121a9c81" providerId="ADAL" clId="{D44A2019-1E10-40B5-B3FA-2687C3688848}" dt="2026-07-02T12:48:03.552" v="2392" actId="1076"/>
          <ac:picMkLst>
            <pc:docMk/>
            <pc:sldMk cId="855986465" sldId="259"/>
            <ac:picMk id="29" creationId="{F3B4EC7C-4D39-F8BF-0109-01F7F1743A24}"/>
          </ac:picMkLst>
        </pc:picChg>
        <pc:picChg chg="add mod">
          <ac:chgData name="Martijn Loonen" userId="ea73e076-d04f-44f8-b9ec-37bc121a9c81" providerId="ADAL" clId="{D44A2019-1E10-40B5-B3FA-2687C3688848}" dt="2026-07-02T12:56:43.024" v="2483" actId="1076"/>
          <ac:picMkLst>
            <pc:docMk/>
            <pc:sldMk cId="855986465" sldId="259"/>
            <ac:picMk id="38" creationId="{1B776989-CD60-D57B-F10B-FBE022E7575C}"/>
          </ac:picMkLst>
        </pc:picChg>
        <pc:cxnChg chg="add mod">
          <ac:chgData name="Martijn Loonen" userId="ea73e076-d04f-44f8-b9ec-37bc121a9c81" providerId="ADAL" clId="{D44A2019-1E10-40B5-B3FA-2687C3688848}" dt="2026-07-02T12:44:08.265" v="2342" actId="1076"/>
          <ac:cxnSpMkLst>
            <pc:docMk/>
            <pc:sldMk cId="855986465" sldId="259"/>
            <ac:cxnSpMk id="12" creationId="{BB574BF2-9F75-5729-63DD-217B7C716E1F}"/>
          </ac:cxnSpMkLst>
        </pc:cxnChg>
        <pc:cxnChg chg="add mod">
          <ac:chgData name="Martijn Loonen" userId="ea73e076-d04f-44f8-b9ec-37bc121a9c81" providerId="ADAL" clId="{D44A2019-1E10-40B5-B3FA-2687C3688848}" dt="2026-07-02T12:45:41.324" v="2390" actId="1036"/>
          <ac:cxnSpMkLst>
            <pc:docMk/>
            <pc:sldMk cId="855986465" sldId="259"/>
            <ac:cxnSpMk id="24" creationId="{BEFCFA51-86B9-6088-808B-084C0B9DF1FD}"/>
          </ac:cxnSpMkLst>
        </pc:cxnChg>
        <pc:cxnChg chg="add mod">
          <ac:chgData name="Martijn Loonen" userId="ea73e076-d04f-44f8-b9ec-37bc121a9c81" providerId="ADAL" clId="{D44A2019-1E10-40B5-B3FA-2687C3688848}" dt="2026-07-02T12:48:53.761" v="2455" actId="1038"/>
          <ac:cxnSpMkLst>
            <pc:docMk/>
            <pc:sldMk cId="855986465" sldId="259"/>
            <ac:cxnSpMk id="34" creationId="{A342F415-FDE0-5E6B-0B27-5B980E82A964}"/>
          </ac:cxnSpMkLst>
        </pc:cxnChg>
      </pc:sldChg>
      <pc:sldChg chg="addSp delSp modSp new mod">
        <pc:chgData name="Martijn Loonen" userId="ea73e076-d04f-44f8-b9ec-37bc121a9c81" providerId="ADAL" clId="{D44A2019-1E10-40B5-B3FA-2687C3688848}" dt="2026-07-09T14:39:20.337" v="5986" actId="1037"/>
        <pc:sldMkLst>
          <pc:docMk/>
          <pc:sldMk cId="4193625004" sldId="260"/>
        </pc:sldMkLst>
        <pc:spChg chg="add mod">
          <ac:chgData name="Martijn Loonen" userId="ea73e076-d04f-44f8-b9ec-37bc121a9c81" providerId="ADAL" clId="{D44A2019-1E10-40B5-B3FA-2687C3688848}" dt="2026-07-02T12:57:58.795" v="2511" actId="14100"/>
          <ac:spMkLst>
            <pc:docMk/>
            <pc:sldMk cId="4193625004" sldId="260"/>
            <ac:spMk id="7" creationId="{C8D2A564-1F38-19BD-2810-A7EC7B93708C}"/>
          </ac:spMkLst>
        </pc:spChg>
        <pc:spChg chg="add mod">
          <ac:chgData name="Martijn Loonen" userId="ea73e076-d04f-44f8-b9ec-37bc121a9c81" providerId="ADAL" clId="{D44A2019-1E10-40B5-B3FA-2687C3688848}" dt="2026-07-09T14:30:22.098" v="5533" actId="1035"/>
          <ac:spMkLst>
            <pc:docMk/>
            <pc:sldMk cId="4193625004" sldId="260"/>
            <ac:spMk id="8" creationId="{12A49AEB-D0F2-4BD4-F692-48AD6CC33771}"/>
          </ac:spMkLst>
        </pc:spChg>
        <pc:spChg chg="add mod">
          <ac:chgData name="Martijn Loonen" userId="ea73e076-d04f-44f8-b9ec-37bc121a9c81" providerId="ADAL" clId="{D44A2019-1E10-40B5-B3FA-2687C3688848}" dt="2026-07-02T13:02:00.931" v="2519" actId="14100"/>
          <ac:spMkLst>
            <pc:docMk/>
            <pc:sldMk cId="4193625004" sldId="260"/>
            <ac:spMk id="11" creationId="{ED5C5E9A-8F3B-2DA6-07BA-E56CEAA6097F}"/>
          </ac:spMkLst>
        </pc:spChg>
        <pc:spChg chg="add mod">
          <ac:chgData name="Martijn Loonen" userId="ea73e076-d04f-44f8-b9ec-37bc121a9c81" providerId="ADAL" clId="{D44A2019-1E10-40B5-B3FA-2687C3688848}" dt="2026-07-09T14:30:22.098" v="5533" actId="1035"/>
          <ac:spMkLst>
            <pc:docMk/>
            <pc:sldMk cId="4193625004" sldId="260"/>
            <ac:spMk id="12" creationId="{45A434AF-66BF-00F1-994D-E88438BF74A9}"/>
          </ac:spMkLst>
        </pc:spChg>
        <pc:spChg chg="add mod">
          <ac:chgData name="Martijn Loonen" userId="ea73e076-d04f-44f8-b9ec-37bc121a9c81" providerId="ADAL" clId="{D44A2019-1E10-40B5-B3FA-2687C3688848}" dt="2026-07-02T14:23:00.215" v="3468" actId="14100"/>
          <ac:spMkLst>
            <pc:docMk/>
            <pc:sldMk cId="4193625004" sldId="260"/>
            <ac:spMk id="13" creationId="{255B0407-9E9D-F6DD-C6D8-3825E857B379}"/>
          </ac:spMkLst>
        </pc:spChg>
        <pc:spChg chg="add mod">
          <ac:chgData name="Martijn Loonen" userId="ea73e076-d04f-44f8-b9ec-37bc121a9c81" providerId="ADAL" clId="{D44A2019-1E10-40B5-B3FA-2687C3688848}" dt="2026-07-02T13:29:15.386" v="3064" actId="20577"/>
          <ac:spMkLst>
            <pc:docMk/>
            <pc:sldMk cId="4193625004" sldId="260"/>
            <ac:spMk id="15" creationId="{E5F587E6-1511-94CF-EAA6-1244E2F70EB9}"/>
          </ac:spMkLst>
        </pc:spChg>
        <pc:spChg chg="add mod">
          <ac:chgData name="Martijn Loonen" userId="ea73e076-d04f-44f8-b9ec-37bc121a9c81" providerId="ADAL" clId="{D44A2019-1E10-40B5-B3FA-2687C3688848}" dt="2026-07-09T14:38:02.822" v="5948" actId="1035"/>
          <ac:spMkLst>
            <pc:docMk/>
            <pc:sldMk cId="4193625004" sldId="260"/>
            <ac:spMk id="16" creationId="{06D1BE39-9A3E-C568-E52F-D2F41091BA8A}"/>
          </ac:spMkLst>
        </pc:spChg>
        <pc:spChg chg="add mod">
          <ac:chgData name="Martijn Loonen" userId="ea73e076-d04f-44f8-b9ec-37bc121a9c81" providerId="ADAL" clId="{D44A2019-1E10-40B5-B3FA-2687C3688848}" dt="2026-07-09T14:38:39.416" v="5949" actId="14100"/>
          <ac:spMkLst>
            <pc:docMk/>
            <pc:sldMk cId="4193625004" sldId="260"/>
            <ac:spMk id="18" creationId="{AFD3D1AF-D90F-5C4C-8117-62489725ABFF}"/>
          </ac:spMkLst>
        </pc:spChg>
        <pc:spChg chg="add mod">
          <ac:chgData name="Martijn Loonen" userId="ea73e076-d04f-44f8-b9ec-37bc121a9c81" providerId="ADAL" clId="{D44A2019-1E10-40B5-B3FA-2687C3688848}" dt="2026-07-02T14:23:12.714" v="3521" actId="1036"/>
          <ac:spMkLst>
            <pc:docMk/>
            <pc:sldMk cId="4193625004" sldId="260"/>
            <ac:spMk id="21" creationId="{3A60424A-9B3A-2568-6CDD-526248F18910}"/>
          </ac:spMkLst>
        </pc:spChg>
        <pc:spChg chg="add mod">
          <ac:chgData name="Martijn Loonen" userId="ea73e076-d04f-44f8-b9ec-37bc121a9c81" providerId="ADAL" clId="{D44A2019-1E10-40B5-B3FA-2687C3688848}" dt="2026-07-02T14:23:00.215" v="3468" actId="14100"/>
          <ac:spMkLst>
            <pc:docMk/>
            <pc:sldMk cId="4193625004" sldId="260"/>
            <ac:spMk id="23" creationId="{33685B9E-D8BA-CC18-4DC6-D44772288E84}"/>
          </ac:spMkLst>
        </pc:spChg>
        <pc:spChg chg="add mod">
          <ac:chgData name="Martijn Loonen" userId="ea73e076-d04f-44f8-b9ec-37bc121a9c81" providerId="ADAL" clId="{D44A2019-1E10-40B5-B3FA-2687C3688848}" dt="2026-07-02T14:23:12.714" v="3521" actId="1036"/>
          <ac:spMkLst>
            <pc:docMk/>
            <pc:sldMk cId="4193625004" sldId="260"/>
            <ac:spMk id="25" creationId="{597F08BF-4027-3AA3-2598-F7E77B785AF0}"/>
          </ac:spMkLst>
        </pc:spChg>
        <pc:spChg chg="add mod">
          <ac:chgData name="Martijn Loonen" userId="ea73e076-d04f-44f8-b9ec-37bc121a9c81" providerId="ADAL" clId="{D44A2019-1E10-40B5-B3FA-2687C3688848}" dt="2026-07-02T14:23:00.215" v="3468" actId="14100"/>
          <ac:spMkLst>
            <pc:docMk/>
            <pc:sldMk cId="4193625004" sldId="260"/>
            <ac:spMk id="27" creationId="{7202196B-2FC2-D433-A1AA-9EA16827E829}"/>
          </ac:spMkLst>
        </pc:spChg>
        <pc:spChg chg="add mod">
          <ac:chgData name="Martijn Loonen" userId="ea73e076-d04f-44f8-b9ec-37bc121a9c81" providerId="ADAL" clId="{D44A2019-1E10-40B5-B3FA-2687C3688848}" dt="2026-07-02T14:42:54.794" v="3620" actId="14100"/>
          <ac:spMkLst>
            <pc:docMk/>
            <pc:sldMk cId="4193625004" sldId="260"/>
            <ac:spMk id="29" creationId="{558A33F1-0925-8874-FB47-7D1CDF763D04}"/>
          </ac:spMkLst>
        </pc:spChg>
        <pc:spChg chg="add mod">
          <ac:chgData name="Martijn Loonen" userId="ea73e076-d04f-44f8-b9ec-37bc121a9c81" providerId="ADAL" clId="{D44A2019-1E10-40B5-B3FA-2687C3688848}" dt="2026-07-02T14:42:42.634" v="3617" actId="1037"/>
          <ac:spMkLst>
            <pc:docMk/>
            <pc:sldMk cId="4193625004" sldId="260"/>
            <ac:spMk id="31" creationId="{C1A39A6A-C0A6-104A-8039-C17FC41C52D3}"/>
          </ac:spMkLst>
        </pc:spChg>
        <pc:spChg chg="add mod">
          <ac:chgData name="Martijn Loonen" userId="ea73e076-d04f-44f8-b9ec-37bc121a9c81" providerId="ADAL" clId="{D44A2019-1E10-40B5-B3FA-2687C3688848}" dt="2026-07-02T14:42:42.634" v="3617" actId="1037"/>
          <ac:spMkLst>
            <pc:docMk/>
            <pc:sldMk cId="4193625004" sldId="260"/>
            <ac:spMk id="33" creationId="{0F9148A8-44EF-9361-1674-FB1B556327F5}"/>
          </ac:spMkLst>
        </pc:spChg>
        <pc:spChg chg="add mod">
          <ac:chgData name="Martijn Loonen" userId="ea73e076-d04f-44f8-b9ec-37bc121a9c81" providerId="ADAL" clId="{D44A2019-1E10-40B5-B3FA-2687C3688848}" dt="2026-07-02T14:42:42.634" v="3617" actId="1037"/>
          <ac:spMkLst>
            <pc:docMk/>
            <pc:sldMk cId="4193625004" sldId="260"/>
            <ac:spMk id="35" creationId="{91BD57B7-D9A2-AE59-3744-ACF45AEF40EC}"/>
          </ac:spMkLst>
        </pc:spChg>
        <pc:spChg chg="add mod">
          <ac:chgData name="Martijn Loonen" userId="ea73e076-d04f-44f8-b9ec-37bc121a9c81" providerId="ADAL" clId="{D44A2019-1E10-40B5-B3FA-2687C3688848}" dt="2026-07-02T14:23:12.714" v="3521" actId="1036"/>
          <ac:spMkLst>
            <pc:docMk/>
            <pc:sldMk cId="4193625004" sldId="260"/>
            <ac:spMk id="37" creationId="{AA978E89-BE43-F711-2409-F269A8FA9CD9}"/>
          </ac:spMkLst>
        </pc:spChg>
        <pc:spChg chg="add mod">
          <ac:chgData name="Martijn Loonen" userId="ea73e076-d04f-44f8-b9ec-37bc121a9c81" providerId="ADAL" clId="{D44A2019-1E10-40B5-B3FA-2687C3688848}" dt="2026-07-09T14:36:01.382" v="5874" actId="1035"/>
          <ac:spMkLst>
            <pc:docMk/>
            <pc:sldMk cId="4193625004" sldId="260"/>
            <ac:spMk id="45" creationId="{AB7C10A6-CD83-7FFE-FEAF-CB8539F0BB9E}"/>
          </ac:spMkLst>
        </pc:spChg>
        <pc:spChg chg="add mod">
          <ac:chgData name="Martijn Loonen" userId="ea73e076-d04f-44f8-b9ec-37bc121a9c81" providerId="ADAL" clId="{D44A2019-1E10-40B5-B3FA-2687C3688848}" dt="2026-07-02T14:43:47.398" v="3640" actId="1038"/>
          <ac:spMkLst>
            <pc:docMk/>
            <pc:sldMk cId="4193625004" sldId="260"/>
            <ac:spMk id="49" creationId="{2DA882EE-609A-3C3B-5605-74F9F155B832}"/>
          </ac:spMkLst>
        </pc:spChg>
        <pc:spChg chg="add mod">
          <ac:chgData name="Martijn Loonen" userId="ea73e076-d04f-44f8-b9ec-37bc121a9c81" providerId="ADAL" clId="{D44A2019-1E10-40B5-B3FA-2687C3688848}" dt="2026-07-02T14:44:09.664" v="3655" actId="1038"/>
          <ac:spMkLst>
            <pc:docMk/>
            <pc:sldMk cId="4193625004" sldId="260"/>
            <ac:spMk id="63" creationId="{ADA65DA9-2B54-4FE8-1DB5-81E47F6F8A38}"/>
          </ac:spMkLst>
        </pc:spChg>
        <pc:spChg chg="add mod">
          <ac:chgData name="Martijn Loonen" userId="ea73e076-d04f-44f8-b9ec-37bc121a9c81" providerId="ADAL" clId="{D44A2019-1E10-40B5-B3FA-2687C3688848}" dt="2026-07-09T14:39:20.337" v="5986" actId="1037"/>
          <ac:spMkLst>
            <pc:docMk/>
            <pc:sldMk cId="4193625004" sldId="260"/>
            <ac:spMk id="80" creationId="{F4BAFA6F-5523-EBC1-B3DD-D09AF26B7E97}"/>
          </ac:spMkLst>
        </pc:spChg>
        <pc:spChg chg="add mod">
          <ac:chgData name="Martijn Loonen" userId="ea73e076-d04f-44f8-b9ec-37bc121a9c81" providerId="ADAL" clId="{D44A2019-1E10-40B5-B3FA-2687C3688848}" dt="2026-07-09T14:39:01.590" v="5978" actId="1037"/>
          <ac:spMkLst>
            <pc:docMk/>
            <pc:sldMk cId="4193625004" sldId="260"/>
            <ac:spMk id="82" creationId="{4EE1A6FB-F67A-A805-BA8A-1C9C9868C179}"/>
          </ac:spMkLst>
        </pc:spChg>
        <pc:picChg chg="add mod">
          <ac:chgData name="Martijn Loonen" userId="ea73e076-d04f-44f8-b9ec-37bc121a9c81" providerId="ADAL" clId="{D44A2019-1E10-40B5-B3FA-2687C3688848}" dt="2026-07-02T12:56:53.118" v="2506" actId="1036"/>
          <ac:picMkLst>
            <pc:docMk/>
            <pc:sldMk cId="4193625004" sldId="260"/>
            <ac:picMk id="3" creationId="{886532DD-0E62-228E-66BE-FB106ABE5CB6}"/>
          </ac:picMkLst>
        </pc:picChg>
        <pc:picChg chg="add mod">
          <ac:chgData name="Martijn Loonen" userId="ea73e076-d04f-44f8-b9ec-37bc121a9c81" providerId="ADAL" clId="{D44A2019-1E10-40B5-B3FA-2687C3688848}" dt="2026-07-09T14:30:22.098" v="5533" actId="1035"/>
          <ac:picMkLst>
            <pc:docMk/>
            <pc:sldMk cId="4193625004" sldId="260"/>
            <ac:picMk id="4" creationId="{627C444A-1F7B-0DBF-3A86-06A20881E35E}"/>
          </ac:picMkLst>
        </pc:picChg>
        <pc:picChg chg="add mod">
          <ac:chgData name="Martijn Loonen" userId="ea73e076-d04f-44f8-b9ec-37bc121a9c81" providerId="ADAL" clId="{D44A2019-1E10-40B5-B3FA-2687C3688848}" dt="2026-07-02T12:57:44.029" v="2508" actId="1076"/>
          <ac:picMkLst>
            <pc:docMk/>
            <pc:sldMk cId="4193625004" sldId="260"/>
            <ac:picMk id="5" creationId="{98E84BF0-8FA1-F344-A9D5-FEEE3B6D89CC}"/>
          </ac:picMkLst>
        </pc:picChg>
        <pc:picChg chg="add mod">
          <ac:chgData name="Martijn Loonen" userId="ea73e076-d04f-44f8-b9ec-37bc121a9c81" providerId="ADAL" clId="{D44A2019-1E10-40B5-B3FA-2687C3688848}" dt="2026-07-02T13:02:26.694" v="2525" actId="1076"/>
          <ac:picMkLst>
            <pc:docMk/>
            <pc:sldMk cId="4193625004" sldId="260"/>
            <ac:picMk id="9" creationId="{03DD201A-BEBD-B9CB-13A6-860B83D06A6F}"/>
          </ac:picMkLst>
        </pc:picChg>
        <pc:picChg chg="add mod">
          <ac:chgData name="Martijn Loonen" userId="ea73e076-d04f-44f8-b9ec-37bc121a9c81" providerId="ADAL" clId="{D44A2019-1E10-40B5-B3FA-2687C3688848}" dt="2026-07-02T14:43:35.367" v="3631" actId="1038"/>
          <ac:picMkLst>
            <pc:docMk/>
            <pc:sldMk cId="4193625004" sldId="260"/>
            <ac:picMk id="19" creationId="{592EFB95-39BC-B008-6F6E-3FCB29C65A77}"/>
          </ac:picMkLst>
        </pc:picChg>
        <pc:picChg chg="add mod">
          <ac:chgData name="Martijn Loonen" userId="ea73e076-d04f-44f8-b9ec-37bc121a9c81" providerId="ADAL" clId="{D44A2019-1E10-40B5-B3FA-2687C3688848}" dt="2026-07-09T14:39:06.442" v="5979" actId="1076"/>
          <ac:picMkLst>
            <pc:docMk/>
            <pc:sldMk cId="4193625004" sldId="260"/>
            <ac:picMk id="78" creationId="{2BCF4BE6-21ED-E7ED-0700-6FB9A4F0E3EA}"/>
          </ac:picMkLst>
        </pc:picChg>
        <pc:cxnChg chg="add mod">
          <ac:chgData name="Martijn Loonen" userId="ea73e076-d04f-44f8-b9ec-37bc121a9c81" providerId="ADAL" clId="{D44A2019-1E10-40B5-B3FA-2687C3688848}" dt="2026-07-09T14:30:22.098" v="5533" actId="1035"/>
          <ac:cxnSpMkLst>
            <pc:docMk/>
            <pc:sldMk cId="4193625004" sldId="260"/>
            <ac:cxnSpMk id="14" creationId="{0D838AEA-5612-8243-899E-0258DD8E7663}"/>
          </ac:cxnSpMkLst>
        </pc:cxnChg>
        <pc:cxnChg chg="add mod">
          <ac:chgData name="Martijn Loonen" userId="ea73e076-d04f-44f8-b9ec-37bc121a9c81" providerId="ADAL" clId="{D44A2019-1E10-40B5-B3FA-2687C3688848}" dt="2026-07-09T14:38:39.416" v="5949" actId="14100"/>
          <ac:cxnSpMkLst>
            <pc:docMk/>
            <pc:sldMk cId="4193625004" sldId="260"/>
            <ac:cxnSpMk id="20" creationId="{DF1A5D45-EE7C-B791-26E3-67B789C2FD4E}"/>
          </ac:cxnSpMkLst>
        </pc:cxnChg>
        <pc:cxnChg chg="add mod">
          <ac:chgData name="Martijn Loonen" userId="ea73e076-d04f-44f8-b9ec-37bc121a9c81" providerId="ADAL" clId="{D44A2019-1E10-40B5-B3FA-2687C3688848}" dt="2026-07-02T13:30:23.290" v="3076" actId="1037"/>
          <ac:cxnSpMkLst>
            <pc:docMk/>
            <pc:sldMk cId="4193625004" sldId="260"/>
            <ac:cxnSpMk id="38" creationId="{F32AADA1-1B54-9892-736B-AF81A22DC3AE}"/>
          </ac:cxnSpMkLst>
        </pc:cxnChg>
        <pc:cxnChg chg="add mod">
          <ac:chgData name="Martijn Loonen" userId="ea73e076-d04f-44f8-b9ec-37bc121a9c81" providerId="ADAL" clId="{D44A2019-1E10-40B5-B3FA-2687C3688848}" dt="2026-07-09T14:36:05.698" v="5875" actId="14100"/>
          <ac:cxnSpMkLst>
            <pc:docMk/>
            <pc:sldMk cId="4193625004" sldId="260"/>
            <ac:cxnSpMk id="50" creationId="{67245278-A8D6-5CBD-731E-721CF6E1B00E}"/>
          </ac:cxnSpMkLst>
        </pc:cxnChg>
        <pc:cxnChg chg="add mod">
          <ac:chgData name="Martijn Loonen" userId="ea73e076-d04f-44f8-b9ec-37bc121a9c81" providerId="ADAL" clId="{D44A2019-1E10-40B5-B3FA-2687C3688848}" dt="2026-07-09T14:36:01.382" v="5874" actId="1035"/>
          <ac:cxnSpMkLst>
            <pc:docMk/>
            <pc:sldMk cId="4193625004" sldId="260"/>
            <ac:cxnSpMk id="53" creationId="{667C89AC-4B82-BC72-857D-DFD72B575DC1}"/>
          </ac:cxnSpMkLst>
        </pc:cxnChg>
        <pc:cxnChg chg="add mod">
          <ac:chgData name="Martijn Loonen" userId="ea73e076-d04f-44f8-b9ec-37bc121a9c81" providerId="ADAL" clId="{D44A2019-1E10-40B5-B3FA-2687C3688848}" dt="2026-07-09T14:36:09.015" v="5876" actId="14100"/>
          <ac:cxnSpMkLst>
            <pc:docMk/>
            <pc:sldMk cId="4193625004" sldId="260"/>
            <ac:cxnSpMk id="56" creationId="{4B5F61AB-BB9F-7437-65CF-675F788C423B}"/>
          </ac:cxnSpMkLst>
        </pc:cxnChg>
        <pc:cxnChg chg="add mod">
          <ac:chgData name="Martijn Loonen" userId="ea73e076-d04f-44f8-b9ec-37bc121a9c81" providerId="ADAL" clId="{D44A2019-1E10-40B5-B3FA-2687C3688848}" dt="2026-07-02T14:44:09.664" v="3655" actId="1038"/>
          <ac:cxnSpMkLst>
            <pc:docMk/>
            <pc:sldMk cId="4193625004" sldId="260"/>
            <ac:cxnSpMk id="64" creationId="{8C7F895A-30B3-5973-98E3-0245488F73AE}"/>
          </ac:cxnSpMkLst>
        </pc:cxnChg>
        <pc:cxnChg chg="add mod">
          <ac:chgData name="Martijn Loonen" userId="ea73e076-d04f-44f8-b9ec-37bc121a9c81" providerId="ADAL" clId="{D44A2019-1E10-40B5-B3FA-2687C3688848}" dt="2026-07-02T14:44:09.664" v="3655" actId="1038"/>
          <ac:cxnSpMkLst>
            <pc:docMk/>
            <pc:sldMk cId="4193625004" sldId="260"/>
            <ac:cxnSpMk id="65" creationId="{0B930041-9082-C1A2-3C89-214595B1B767}"/>
          </ac:cxnSpMkLst>
        </pc:cxnChg>
        <pc:cxnChg chg="add mod">
          <ac:chgData name="Martijn Loonen" userId="ea73e076-d04f-44f8-b9ec-37bc121a9c81" providerId="ADAL" clId="{D44A2019-1E10-40B5-B3FA-2687C3688848}" dt="2026-07-02T14:44:09.664" v="3655" actId="1038"/>
          <ac:cxnSpMkLst>
            <pc:docMk/>
            <pc:sldMk cId="4193625004" sldId="260"/>
            <ac:cxnSpMk id="66" creationId="{64B6FDB1-0A0B-B579-5187-C887AAC1ED46}"/>
          </ac:cxnSpMkLst>
        </pc:cxnChg>
        <pc:cxnChg chg="add mod">
          <ac:chgData name="Martijn Loonen" userId="ea73e076-d04f-44f8-b9ec-37bc121a9c81" providerId="ADAL" clId="{D44A2019-1E10-40B5-B3FA-2687C3688848}" dt="2026-07-02T14:44:09.664" v="3655" actId="1038"/>
          <ac:cxnSpMkLst>
            <pc:docMk/>
            <pc:sldMk cId="4193625004" sldId="260"/>
            <ac:cxnSpMk id="67" creationId="{956E8C46-A5F0-4FEE-DF91-22DE02367643}"/>
          </ac:cxnSpMkLst>
        </pc:cxnChg>
        <pc:cxnChg chg="add mod">
          <ac:chgData name="Martijn Loonen" userId="ea73e076-d04f-44f8-b9ec-37bc121a9c81" providerId="ADAL" clId="{D44A2019-1E10-40B5-B3FA-2687C3688848}" dt="2026-07-09T14:39:20.337" v="5986" actId="1037"/>
          <ac:cxnSpMkLst>
            <pc:docMk/>
            <pc:sldMk cId="4193625004" sldId="260"/>
            <ac:cxnSpMk id="83" creationId="{1A39FD7C-5C36-C427-19E3-F8A6F29764BA}"/>
          </ac:cxnSpMkLst>
        </pc:cxnChg>
      </pc:sldChg>
      <pc:sldChg chg="addSp delSp modSp new mod">
        <pc:chgData name="Martijn Loonen" userId="ea73e076-d04f-44f8-b9ec-37bc121a9c81" providerId="ADAL" clId="{D44A2019-1E10-40B5-B3FA-2687C3688848}" dt="2026-07-09T08:01:41.141" v="3997" actId="208"/>
        <pc:sldMkLst>
          <pc:docMk/>
          <pc:sldMk cId="4061804284" sldId="261"/>
        </pc:sldMkLst>
        <pc:spChg chg="add mod">
          <ac:chgData name="Martijn Loonen" userId="ea73e076-d04f-44f8-b9ec-37bc121a9c81" providerId="ADAL" clId="{D44A2019-1E10-40B5-B3FA-2687C3688848}" dt="2026-07-09T07:44:27.782" v="3756" actId="14100"/>
          <ac:spMkLst>
            <pc:docMk/>
            <pc:sldMk cId="4061804284" sldId="261"/>
            <ac:spMk id="9" creationId="{60720639-593B-C1B2-A43F-814C906B4CC6}"/>
          </ac:spMkLst>
        </pc:spChg>
        <pc:spChg chg="add mod">
          <ac:chgData name="Martijn Loonen" userId="ea73e076-d04f-44f8-b9ec-37bc121a9c81" providerId="ADAL" clId="{D44A2019-1E10-40B5-B3FA-2687C3688848}" dt="2026-07-09T07:49:35.190" v="3863" actId="1076"/>
          <ac:spMkLst>
            <pc:docMk/>
            <pc:sldMk cId="4061804284" sldId="261"/>
            <ac:spMk id="11" creationId="{AC0F1A09-60EA-C20B-F2A9-064310869D33}"/>
          </ac:spMkLst>
        </pc:spChg>
        <pc:spChg chg="add mod">
          <ac:chgData name="Martijn Loonen" userId="ea73e076-d04f-44f8-b9ec-37bc121a9c81" providerId="ADAL" clId="{D44A2019-1E10-40B5-B3FA-2687C3688848}" dt="2026-07-09T07:47:36.081" v="3764" actId="1076"/>
          <ac:spMkLst>
            <pc:docMk/>
            <pc:sldMk cId="4061804284" sldId="261"/>
            <ac:spMk id="24" creationId="{870FEC2D-31AA-1F7A-0642-7F69C05201FE}"/>
          </ac:spMkLst>
        </pc:spChg>
        <pc:spChg chg="add mod">
          <ac:chgData name="Martijn Loonen" userId="ea73e076-d04f-44f8-b9ec-37bc121a9c81" providerId="ADAL" clId="{D44A2019-1E10-40B5-B3FA-2687C3688848}" dt="2026-07-09T07:54:14.606" v="3989" actId="1035"/>
          <ac:spMkLst>
            <pc:docMk/>
            <pc:sldMk cId="4061804284" sldId="261"/>
            <ac:spMk id="26" creationId="{543D66A4-5546-C25F-AF1C-09A1A23F56C1}"/>
          </ac:spMkLst>
        </pc:spChg>
        <pc:spChg chg="add mod">
          <ac:chgData name="Martijn Loonen" userId="ea73e076-d04f-44f8-b9ec-37bc121a9c81" providerId="ADAL" clId="{D44A2019-1E10-40B5-B3FA-2687C3688848}" dt="2026-07-09T07:53:54.711" v="3978" actId="1076"/>
          <ac:spMkLst>
            <pc:docMk/>
            <pc:sldMk cId="4061804284" sldId="261"/>
            <ac:spMk id="31" creationId="{B9A2B780-7E99-ACF3-233B-155D07FBE913}"/>
          </ac:spMkLst>
        </pc:spChg>
        <pc:spChg chg="add mod">
          <ac:chgData name="Martijn Loonen" userId="ea73e076-d04f-44f8-b9ec-37bc121a9c81" providerId="ADAL" clId="{D44A2019-1E10-40B5-B3FA-2687C3688848}" dt="2026-07-09T08:01:41.141" v="3997" actId="208"/>
          <ac:spMkLst>
            <pc:docMk/>
            <pc:sldMk cId="4061804284" sldId="261"/>
            <ac:spMk id="32" creationId="{93FD6DA1-C3E1-9258-5573-1D44DC5424D9}"/>
          </ac:spMkLst>
        </pc:spChg>
        <pc:spChg chg="add mod">
          <ac:chgData name="Martijn Loonen" userId="ea73e076-d04f-44f8-b9ec-37bc121a9c81" providerId="ADAL" clId="{D44A2019-1E10-40B5-B3FA-2687C3688848}" dt="2026-07-09T07:53:54.711" v="3978" actId="1076"/>
          <ac:spMkLst>
            <pc:docMk/>
            <pc:sldMk cId="4061804284" sldId="261"/>
            <ac:spMk id="34" creationId="{A604CF43-4052-1043-8B47-DD9E9BED0CBB}"/>
          </ac:spMkLst>
        </pc:spChg>
        <pc:spChg chg="add mod">
          <ac:chgData name="Martijn Loonen" userId="ea73e076-d04f-44f8-b9ec-37bc121a9c81" providerId="ADAL" clId="{D44A2019-1E10-40B5-B3FA-2687C3688848}" dt="2026-07-09T08:01:36.821" v="3996" actId="208"/>
          <ac:spMkLst>
            <pc:docMk/>
            <pc:sldMk cId="4061804284" sldId="261"/>
            <ac:spMk id="35" creationId="{9DAB846E-5DD8-4606-5558-AE6FD9BA0AFA}"/>
          </ac:spMkLst>
        </pc:spChg>
        <pc:picChg chg="add">
          <ac:chgData name="Martijn Loonen" userId="ea73e076-d04f-44f8-b9ec-37bc121a9c81" providerId="ADAL" clId="{D44A2019-1E10-40B5-B3FA-2687C3688848}" dt="2026-07-09T07:40:23.331" v="3694" actId="22"/>
          <ac:picMkLst>
            <pc:docMk/>
            <pc:sldMk cId="4061804284" sldId="261"/>
            <ac:picMk id="3" creationId="{4B3C1884-B23C-AB59-66CF-DF82FD2C8AE6}"/>
          </ac:picMkLst>
        </pc:picChg>
        <pc:picChg chg="add mod">
          <ac:chgData name="Martijn Loonen" userId="ea73e076-d04f-44f8-b9ec-37bc121a9c81" providerId="ADAL" clId="{D44A2019-1E10-40B5-B3FA-2687C3688848}" dt="2026-07-09T07:44:22.908" v="3755" actId="14100"/>
          <ac:picMkLst>
            <pc:docMk/>
            <pc:sldMk cId="4061804284" sldId="261"/>
            <ac:picMk id="5" creationId="{027C1273-6A5C-ED21-B631-908022F995EC}"/>
          </ac:picMkLst>
        </pc:picChg>
        <pc:picChg chg="add mod">
          <ac:chgData name="Martijn Loonen" userId="ea73e076-d04f-44f8-b9ec-37bc121a9c81" providerId="ADAL" clId="{D44A2019-1E10-40B5-B3FA-2687C3688848}" dt="2026-07-09T07:47:21.629" v="3760" actId="1076"/>
          <ac:picMkLst>
            <pc:docMk/>
            <pc:sldMk cId="4061804284" sldId="261"/>
            <ac:picMk id="22" creationId="{0D0F7DB1-D78A-0E80-AB8C-65133F266DED}"/>
          </ac:picMkLst>
        </pc:picChg>
        <pc:picChg chg="add mod">
          <ac:chgData name="Martijn Loonen" userId="ea73e076-d04f-44f8-b9ec-37bc121a9c81" providerId="ADAL" clId="{D44A2019-1E10-40B5-B3FA-2687C3688848}" dt="2026-07-09T07:53:54.711" v="3978" actId="1076"/>
          <ac:picMkLst>
            <pc:docMk/>
            <pc:sldMk cId="4061804284" sldId="261"/>
            <ac:picMk id="30" creationId="{EE9EB210-05AF-7792-903E-5DFBC05E1833}"/>
          </ac:picMkLst>
        </pc:picChg>
        <pc:picChg chg="add mod">
          <ac:chgData name="Martijn Loonen" userId="ea73e076-d04f-44f8-b9ec-37bc121a9c81" providerId="ADAL" clId="{D44A2019-1E10-40B5-B3FA-2687C3688848}" dt="2026-07-09T07:53:54.711" v="3978" actId="1076"/>
          <ac:picMkLst>
            <pc:docMk/>
            <pc:sldMk cId="4061804284" sldId="261"/>
            <ac:picMk id="33" creationId="{B6D3A8B1-DDA7-BCD5-3272-3E15E67900D4}"/>
          </ac:picMkLst>
        </pc:picChg>
        <pc:cxnChg chg="add mod">
          <ac:chgData name="Martijn Loonen" userId="ea73e076-d04f-44f8-b9ec-37bc121a9c81" providerId="ADAL" clId="{D44A2019-1E10-40B5-B3FA-2687C3688848}" dt="2026-07-09T07:49:50.424" v="3867" actId="14100"/>
          <ac:cxnSpMkLst>
            <pc:docMk/>
            <pc:sldMk cId="4061804284" sldId="261"/>
            <ac:cxnSpMk id="12" creationId="{4A08D375-58F0-A231-A976-C9926A6E07FF}"/>
          </ac:cxnSpMkLst>
        </pc:cxnChg>
        <pc:cxnChg chg="add mod">
          <ac:chgData name="Martijn Loonen" userId="ea73e076-d04f-44f8-b9ec-37bc121a9c81" providerId="ADAL" clId="{D44A2019-1E10-40B5-B3FA-2687C3688848}" dt="2026-07-09T07:49:41.338" v="3864" actId="14100"/>
          <ac:cxnSpMkLst>
            <pc:docMk/>
            <pc:sldMk cId="4061804284" sldId="261"/>
            <ac:cxnSpMk id="16" creationId="{C154ED13-3DF5-5034-879B-11784A583E6C}"/>
          </ac:cxnSpMkLst>
        </pc:cxnChg>
        <pc:cxnChg chg="add mod">
          <ac:chgData name="Martijn Loonen" userId="ea73e076-d04f-44f8-b9ec-37bc121a9c81" providerId="ADAL" clId="{D44A2019-1E10-40B5-B3FA-2687C3688848}" dt="2026-07-09T07:53:54.711" v="3978" actId="1076"/>
          <ac:cxnSpMkLst>
            <pc:docMk/>
            <pc:sldMk cId="4061804284" sldId="261"/>
            <ac:cxnSpMk id="36" creationId="{08C3A0C0-6975-428D-9182-23CC18FB0AEC}"/>
          </ac:cxnSpMkLst>
        </pc:cxnChg>
        <pc:cxnChg chg="add mod">
          <ac:chgData name="Martijn Loonen" userId="ea73e076-d04f-44f8-b9ec-37bc121a9c81" providerId="ADAL" clId="{D44A2019-1E10-40B5-B3FA-2687C3688848}" dt="2026-07-09T07:53:54.711" v="3978" actId="1076"/>
          <ac:cxnSpMkLst>
            <pc:docMk/>
            <pc:sldMk cId="4061804284" sldId="261"/>
            <ac:cxnSpMk id="37" creationId="{09A593EF-0CCE-86B8-22C4-6612932C0450}"/>
          </ac:cxnSpMkLst>
        </pc:cxnChg>
        <pc:cxnChg chg="add mod">
          <ac:chgData name="Martijn Loonen" userId="ea73e076-d04f-44f8-b9ec-37bc121a9c81" providerId="ADAL" clId="{D44A2019-1E10-40B5-B3FA-2687C3688848}" dt="2026-07-09T07:54:14.606" v="3989" actId="1035"/>
          <ac:cxnSpMkLst>
            <pc:docMk/>
            <pc:sldMk cId="4061804284" sldId="261"/>
            <ac:cxnSpMk id="38" creationId="{7C163076-0AF7-DE71-8AD6-A8C8B129D2AC}"/>
          </ac:cxnSpMkLst>
        </pc:cxnChg>
      </pc:sldChg>
      <pc:sldChg chg="addSp delSp modSp new mod">
        <pc:chgData name="Martijn Loonen" userId="ea73e076-d04f-44f8-b9ec-37bc121a9c81" providerId="ADAL" clId="{D44A2019-1E10-40B5-B3FA-2687C3688848}" dt="2026-07-09T09:03:51.831" v="5075" actId="20577"/>
        <pc:sldMkLst>
          <pc:docMk/>
          <pc:sldMk cId="1441109124" sldId="262"/>
        </pc:sldMkLst>
        <pc:spChg chg="add mod">
          <ac:chgData name="Martijn Loonen" userId="ea73e076-d04f-44f8-b9ec-37bc121a9c81" providerId="ADAL" clId="{D44A2019-1E10-40B5-B3FA-2687C3688848}" dt="2026-07-09T08:02:03.707" v="4003" actId="14100"/>
          <ac:spMkLst>
            <pc:docMk/>
            <pc:sldMk cId="1441109124" sldId="262"/>
            <ac:spMk id="27" creationId="{31160625-D035-A09E-4D32-6AEC53B3A44A}"/>
          </ac:spMkLst>
        </pc:spChg>
        <pc:spChg chg="add mod">
          <ac:chgData name="Martijn Loonen" userId="ea73e076-d04f-44f8-b9ec-37bc121a9c81" providerId="ADAL" clId="{D44A2019-1E10-40B5-B3FA-2687C3688848}" dt="2026-07-09T08:34:22.601" v="4113" actId="1036"/>
          <ac:spMkLst>
            <pc:docMk/>
            <pc:sldMk cId="1441109124" sldId="262"/>
            <ac:spMk id="29" creationId="{84307385-312F-E330-D5A1-71AA2DB38C94}"/>
          </ac:spMkLst>
        </pc:spChg>
        <pc:spChg chg="add mod">
          <ac:chgData name="Martijn Loonen" userId="ea73e076-d04f-44f8-b9ec-37bc121a9c81" providerId="ADAL" clId="{D44A2019-1E10-40B5-B3FA-2687C3688848}" dt="2026-07-09T08:32:13.087" v="4037" actId="1035"/>
          <ac:spMkLst>
            <pc:docMk/>
            <pc:sldMk cId="1441109124" sldId="262"/>
            <ac:spMk id="31" creationId="{3CBCE4D3-9B2A-3D41-20E2-840ED2023484}"/>
          </ac:spMkLst>
        </pc:spChg>
        <pc:spChg chg="add mod">
          <ac:chgData name="Martijn Loonen" userId="ea73e076-d04f-44f8-b9ec-37bc121a9c81" providerId="ADAL" clId="{D44A2019-1E10-40B5-B3FA-2687C3688848}" dt="2026-07-09T08:31:57.566" v="4031" actId="14100"/>
          <ac:spMkLst>
            <pc:docMk/>
            <pc:sldMk cId="1441109124" sldId="262"/>
            <ac:spMk id="33" creationId="{3C73F554-D9CB-7F73-9D52-7D279D23111E}"/>
          </ac:spMkLst>
        </pc:spChg>
        <pc:spChg chg="add mod">
          <ac:chgData name="Martijn Loonen" userId="ea73e076-d04f-44f8-b9ec-37bc121a9c81" providerId="ADAL" clId="{D44A2019-1E10-40B5-B3FA-2687C3688848}" dt="2026-07-09T08:38:20.163" v="4193" actId="1076"/>
          <ac:spMkLst>
            <pc:docMk/>
            <pc:sldMk cId="1441109124" sldId="262"/>
            <ac:spMk id="43" creationId="{B075263A-331B-5603-F030-1DA5DD785489}"/>
          </ac:spMkLst>
        </pc:spChg>
        <pc:spChg chg="add mod">
          <ac:chgData name="Martijn Loonen" userId="ea73e076-d04f-44f8-b9ec-37bc121a9c81" providerId="ADAL" clId="{D44A2019-1E10-40B5-B3FA-2687C3688848}" dt="2026-07-09T08:36:17.222" v="4178" actId="14100"/>
          <ac:spMkLst>
            <pc:docMk/>
            <pc:sldMk cId="1441109124" sldId="262"/>
            <ac:spMk id="45" creationId="{047A2885-F4F5-DBBF-1835-2923C5E183CE}"/>
          </ac:spMkLst>
        </pc:spChg>
        <pc:spChg chg="add mod">
          <ac:chgData name="Martijn Loonen" userId="ea73e076-d04f-44f8-b9ec-37bc121a9c81" providerId="ADAL" clId="{D44A2019-1E10-40B5-B3FA-2687C3688848}" dt="2026-07-09T08:41:49.988" v="4496" actId="20577"/>
          <ac:spMkLst>
            <pc:docMk/>
            <pc:sldMk cId="1441109124" sldId="262"/>
            <ac:spMk id="51" creationId="{F88C1622-F8B7-7365-D287-F721E94541BA}"/>
          </ac:spMkLst>
        </pc:spChg>
        <pc:spChg chg="add mod">
          <ac:chgData name="Martijn Loonen" userId="ea73e076-d04f-44f8-b9ec-37bc121a9c81" providerId="ADAL" clId="{D44A2019-1E10-40B5-B3FA-2687C3688848}" dt="2026-07-09T08:51:15.959" v="4692" actId="1035"/>
          <ac:spMkLst>
            <pc:docMk/>
            <pc:sldMk cId="1441109124" sldId="262"/>
            <ac:spMk id="55" creationId="{798CD09E-7951-40CE-5C32-81BADA56356E}"/>
          </ac:spMkLst>
        </pc:spChg>
        <pc:spChg chg="add mod">
          <ac:chgData name="Martijn Loonen" userId="ea73e076-d04f-44f8-b9ec-37bc121a9c81" providerId="ADAL" clId="{D44A2019-1E10-40B5-B3FA-2687C3688848}" dt="2026-07-09T08:51:15.959" v="4692" actId="1035"/>
          <ac:spMkLst>
            <pc:docMk/>
            <pc:sldMk cId="1441109124" sldId="262"/>
            <ac:spMk id="57" creationId="{F54648BA-47D9-31B1-F407-158EE71B678A}"/>
          </ac:spMkLst>
        </pc:spChg>
        <pc:spChg chg="add mod">
          <ac:chgData name="Martijn Loonen" userId="ea73e076-d04f-44f8-b9ec-37bc121a9c81" providerId="ADAL" clId="{D44A2019-1E10-40B5-B3FA-2687C3688848}" dt="2026-07-09T08:55:24.121" v="4846" actId="1037"/>
          <ac:spMkLst>
            <pc:docMk/>
            <pc:sldMk cId="1441109124" sldId="262"/>
            <ac:spMk id="66" creationId="{05EEE5BE-3A43-3277-82EA-86827051D3CD}"/>
          </ac:spMkLst>
        </pc:spChg>
        <pc:spChg chg="add mod">
          <ac:chgData name="Martijn Loonen" userId="ea73e076-d04f-44f8-b9ec-37bc121a9c81" providerId="ADAL" clId="{D44A2019-1E10-40B5-B3FA-2687C3688848}" dt="2026-07-09T08:54:59.949" v="4815" actId="14100"/>
          <ac:spMkLst>
            <pc:docMk/>
            <pc:sldMk cId="1441109124" sldId="262"/>
            <ac:spMk id="68" creationId="{38AFA2B3-0D84-1885-4A52-91EAEFDB8B58}"/>
          </ac:spMkLst>
        </pc:spChg>
        <pc:spChg chg="add mod">
          <ac:chgData name="Martijn Loonen" userId="ea73e076-d04f-44f8-b9ec-37bc121a9c81" providerId="ADAL" clId="{D44A2019-1E10-40B5-B3FA-2687C3688848}" dt="2026-07-09T08:57:25.438" v="4856" actId="14100"/>
          <ac:spMkLst>
            <pc:docMk/>
            <pc:sldMk cId="1441109124" sldId="262"/>
            <ac:spMk id="75" creationId="{B91F3693-22F8-F96B-BD2F-94715566268E}"/>
          </ac:spMkLst>
        </pc:spChg>
        <pc:spChg chg="add mod">
          <ac:chgData name="Martijn Loonen" userId="ea73e076-d04f-44f8-b9ec-37bc121a9c81" providerId="ADAL" clId="{D44A2019-1E10-40B5-B3FA-2687C3688848}" dt="2026-07-09T08:59:07.675" v="4937" actId="1036"/>
          <ac:spMkLst>
            <pc:docMk/>
            <pc:sldMk cId="1441109124" sldId="262"/>
            <ac:spMk id="77" creationId="{F1FC365E-6F92-F6B3-6625-160E8E99F95A}"/>
          </ac:spMkLst>
        </pc:spChg>
        <pc:spChg chg="add mod">
          <ac:chgData name="Martijn Loonen" userId="ea73e076-d04f-44f8-b9ec-37bc121a9c81" providerId="ADAL" clId="{D44A2019-1E10-40B5-B3FA-2687C3688848}" dt="2026-07-09T09:02:03.971" v="4992" actId="1036"/>
          <ac:spMkLst>
            <pc:docMk/>
            <pc:sldMk cId="1441109124" sldId="262"/>
            <ac:spMk id="84" creationId="{7DCC0940-6794-7765-CEC4-4DE769A09E69}"/>
          </ac:spMkLst>
        </pc:spChg>
        <pc:spChg chg="add mod">
          <ac:chgData name="Martijn Loonen" userId="ea73e076-d04f-44f8-b9ec-37bc121a9c81" providerId="ADAL" clId="{D44A2019-1E10-40B5-B3FA-2687C3688848}" dt="2026-07-09T09:03:04.142" v="5017" actId="1037"/>
          <ac:spMkLst>
            <pc:docMk/>
            <pc:sldMk cId="1441109124" sldId="262"/>
            <ac:spMk id="86" creationId="{25BB6EC7-09A2-E9BB-CC36-5BC0BB521433}"/>
          </ac:spMkLst>
        </pc:spChg>
        <pc:spChg chg="add mod">
          <ac:chgData name="Martijn Loonen" userId="ea73e076-d04f-44f8-b9ec-37bc121a9c81" providerId="ADAL" clId="{D44A2019-1E10-40B5-B3FA-2687C3688848}" dt="2026-07-09T09:03:51.831" v="5075" actId="20577"/>
          <ac:spMkLst>
            <pc:docMk/>
            <pc:sldMk cId="1441109124" sldId="262"/>
            <ac:spMk id="91" creationId="{EA242797-2EAC-FCAC-ADD2-3D1905977F69}"/>
          </ac:spMkLst>
        </pc:spChg>
        <pc:picChg chg="add mod">
          <ac:chgData name="Martijn Loonen" userId="ea73e076-d04f-44f8-b9ec-37bc121a9c81" providerId="ADAL" clId="{D44A2019-1E10-40B5-B3FA-2687C3688848}" dt="2026-07-09T08:00:32.111" v="3993" actId="1076"/>
          <ac:picMkLst>
            <pc:docMk/>
            <pc:sldMk cId="1441109124" sldId="262"/>
            <ac:picMk id="23" creationId="{BC324495-0967-747A-A620-744CBC6972EE}"/>
          </ac:picMkLst>
        </pc:picChg>
        <pc:picChg chg="add mod">
          <ac:chgData name="Martijn Loonen" userId="ea73e076-d04f-44f8-b9ec-37bc121a9c81" providerId="ADAL" clId="{D44A2019-1E10-40B5-B3FA-2687C3688848}" dt="2026-07-09T08:01:24.707" v="3995" actId="1076"/>
          <ac:picMkLst>
            <pc:docMk/>
            <pc:sldMk cId="1441109124" sldId="262"/>
            <ac:picMk id="25" creationId="{3257D80A-9427-8638-37AC-A5B48CC58FD3}"/>
          </ac:picMkLst>
        </pc:picChg>
        <pc:picChg chg="add mod">
          <ac:chgData name="Martijn Loonen" userId="ea73e076-d04f-44f8-b9ec-37bc121a9c81" providerId="ADAL" clId="{D44A2019-1E10-40B5-B3FA-2687C3688848}" dt="2026-07-09T08:33:55.361" v="4112" actId="1036"/>
          <ac:picMkLst>
            <pc:docMk/>
            <pc:sldMk cId="1441109124" sldId="262"/>
            <ac:picMk id="41" creationId="{8072593D-C701-6AAE-B005-0FA59CE13AA7}"/>
          </ac:picMkLst>
        </pc:picChg>
        <pc:picChg chg="add mod">
          <ac:chgData name="Martijn Loonen" userId="ea73e076-d04f-44f8-b9ec-37bc121a9c81" providerId="ADAL" clId="{D44A2019-1E10-40B5-B3FA-2687C3688848}" dt="2026-07-09T08:51:15.959" v="4692" actId="1035"/>
          <ac:picMkLst>
            <pc:docMk/>
            <pc:sldMk cId="1441109124" sldId="262"/>
            <ac:picMk id="53" creationId="{53CE194C-27B2-AF29-A07A-181A165A9D9D}"/>
          </ac:picMkLst>
        </pc:picChg>
        <pc:picChg chg="add mod">
          <ac:chgData name="Martijn Loonen" userId="ea73e076-d04f-44f8-b9ec-37bc121a9c81" providerId="ADAL" clId="{D44A2019-1E10-40B5-B3FA-2687C3688848}" dt="2026-07-09T08:55:04.410" v="4825" actId="1038"/>
          <ac:picMkLst>
            <pc:docMk/>
            <pc:sldMk cId="1441109124" sldId="262"/>
            <ac:picMk id="62" creationId="{93AB7A24-C757-03C4-E33E-ABAD488AADE9}"/>
          </ac:picMkLst>
        </pc:picChg>
        <pc:picChg chg="add mod">
          <ac:chgData name="Martijn Loonen" userId="ea73e076-d04f-44f8-b9ec-37bc121a9c81" providerId="ADAL" clId="{D44A2019-1E10-40B5-B3FA-2687C3688848}" dt="2026-07-09T08:57:02.896" v="4849" actId="1076"/>
          <ac:picMkLst>
            <pc:docMk/>
            <pc:sldMk cId="1441109124" sldId="262"/>
            <ac:picMk id="73" creationId="{1604046F-DE6A-0354-7361-D46E5A4ED3A8}"/>
          </ac:picMkLst>
        </pc:picChg>
        <pc:picChg chg="add mod">
          <ac:chgData name="Martijn Loonen" userId="ea73e076-d04f-44f8-b9ec-37bc121a9c81" providerId="ADAL" clId="{D44A2019-1E10-40B5-B3FA-2687C3688848}" dt="2026-07-09T09:03:04.142" v="5017" actId="1037"/>
          <ac:picMkLst>
            <pc:docMk/>
            <pc:sldMk cId="1441109124" sldId="262"/>
            <ac:picMk id="82" creationId="{BA4D1FEC-639E-B1A7-A745-ED6D4F6FA1A8}"/>
          </ac:picMkLst>
        </pc:picChg>
        <pc:cxnChg chg="add mod">
          <ac:chgData name="Martijn Loonen" userId="ea73e076-d04f-44f8-b9ec-37bc121a9c81" providerId="ADAL" clId="{D44A2019-1E10-40B5-B3FA-2687C3688848}" dt="2026-07-09T08:32:13.087" v="4037" actId="1035"/>
          <ac:cxnSpMkLst>
            <pc:docMk/>
            <pc:sldMk cId="1441109124" sldId="262"/>
            <ac:cxnSpMk id="35" creationId="{FAE08C9F-4F69-DDD1-B122-40E5F67D2631}"/>
          </ac:cxnSpMkLst>
        </pc:cxnChg>
        <pc:cxnChg chg="add mod">
          <ac:chgData name="Martijn Loonen" userId="ea73e076-d04f-44f8-b9ec-37bc121a9c81" providerId="ADAL" clId="{D44A2019-1E10-40B5-B3FA-2687C3688848}" dt="2026-07-09T08:34:22.601" v="4113" actId="1036"/>
          <ac:cxnSpMkLst>
            <pc:docMk/>
            <pc:sldMk cId="1441109124" sldId="262"/>
            <ac:cxnSpMk id="37" creationId="{730347D0-11BE-93F1-5C2D-96831E1E7D27}"/>
          </ac:cxnSpMkLst>
        </pc:cxnChg>
        <pc:cxnChg chg="add mod">
          <ac:chgData name="Martijn Loonen" userId="ea73e076-d04f-44f8-b9ec-37bc121a9c81" providerId="ADAL" clId="{D44A2019-1E10-40B5-B3FA-2687C3688848}" dt="2026-07-09T08:38:20.163" v="4193" actId="1076"/>
          <ac:cxnSpMkLst>
            <pc:docMk/>
            <pc:sldMk cId="1441109124" sldId="262"/>
            <ac:cxnSpMk id="46" creationId="{FEA53A7E-0BF8-636B-6444-E2EDD375F918}"/>
          </ac:cxnSpMkLst>
        </pc:cxnChg>
        <pc:cxnChg chg="add mod">
          <ac:chgData name="Martijn Loonen" userId="ea73e076-d04f-44f8-b9ec-37bc121a9c81" providerId="ADAL" clId="{D44A2019-1E10-40B5-B3FA-2687C3688848}" dt="2026-07-09T08:51:15.959" v="4692" actId="1035"/>
          <ac:cxnSpMkLst>
            <pc:docMk/>
            <pc:sldMk cId="1441109124" sldId="262"/>
            <ac:cxnSpMk id="58" creationId="{A1183B02-0B2F-A168-872E-CB95BF7814B7}"/>
          </ac:cxnSpMkLst>
        </pc:cxnChg>
        <pc:cxnChg chg="add mod">
          <ac:chgData name="Martijn Loonen" userId="ea73e076-d04f-44f8-b9ec-37bc121a9c81" providerId="ADAL" clId="{D44A2019-1E10-40B5-B3FA-2687C3688848}" dt="2026-07-09T08:55:24.121" v="4846" actId="1037"/>
          <ac:cxnSpMkLst>
            <pc:docMk/>
            <pc:sldMk cId="1441109124" sldId="262"/>
            <ac:cxnSpMk id="69" creationId="{9EF383AA-23CC-8282-3248-83C17CD1B9C1}"/>
          </ac:cxnSpMkLst>
        </pc:cxnChg>
        <pc:cxnChg chg="add mod">
          <ac:chgData name="Martijn Loonen" userId="ea73e076-d04f-44f8-b9ec-37bc121a9c81" providerId="ADAL" clId="{D44A2019-1E10-40B5-B3FA-2687C3688848}" dt="2026-07-09T08:59:07.675" v="4937" actId="1036"/>
          <ac:cxnSpMkLst>
            <pc:docMk/>
            <pc:sldMk cId="1441109124" sldId="262"/>
            <ac:cxnSpMk id="78" creationId="{A5B3C59A-40EA-A82C-4F0E-694BFA0C040F}"/>
          </ac:cxnSpMkLst>
        </pc:cxnChg>
        <pc:cxnChg chg="add mod">
          <ac:chgData name="Martijn Loonen" userId="ea73e076-d04f-44f8-b9ec-37bc121a9c81" providerId="ADAL" clId="{D44A2019-1E10-40B5-B3FA-2687C3688848}" dt="2026-07-09T09:03:04.142" v="5017" actId="1037"/>
          <ac:cxnSpMkLst>
            <pc:docMk/>
            <pc:sldMk cId="1441109124" sldId="262"/>
            <ac:cxnSpMk id="87" creationId="{1E53B4B5-3BD8-F312-78D8-5B9CA5B37480}"/>
          </ac:cxnSpMkLst>
        </pc:cxnChg>
      </pc:sldChg>
      <pc:sldChg chg="addSp delSp modSp new mod">
        <pc:chgData name="Martijn Loonen" userId="ea73e076-d04f-44f8-b9ec-37bc121a9c81" providerId="ADAL" clId="{D44A2019-1E10-40B5-B3FA-2687C3688848}" dt="2026-07-09T14:43:32.052" v="6000" actId="1076"/>
        <pc:sldMkLst>
          <pc:docMk/>
          <pc:sldMk cId="686182082" sldId="263"/>
        </pc:sldMkLst>
        <pc:spChg chg="add mod">
          <ac:chgData name="Martijn Loonen" userId="ea73e076-d04f-44f8-b9ec-37bc121a9c81" providerId="ADAL" clId="{D44A2019-1E10-40B5-B3FA-2687C3688848}" dt="2026-07-09T10:42:00.896" v="5264" actId="1035"/>
          <ac:spMkLst>
            <pc:docMk/>
            <pc:sldMk cId="686182082" sldId="263"/>
            <ac:spMk id="5" creationId="{9792FEA8-1FDC-77CB-905A-1E9B8A0B8ED3}"/>
          </ac:spMkLst>
        </pc:spChg>
        <pc:spChg chg="add mod">
          <ac:chgData name="Martijn Loonen" userId="ea73e076-d04f-44f8-b9ec-37bc121a9c81" providerId="ADAL" clId="{D44A2019-1E10-40B5-B3FA-2687C3688848}" dt="2026-07-09T10:42:00.896" v="5264" actId="1035"/>
          <ac:spMkLst>
            <pc:docMk/>
            <pc:sldMk cId="686182082" sldId="263"/>
            <ac:spMk id="9" creationId="{46747FAD-9905-F4A7-BF21-ADE2179C6EC8}"/>
          </ac:spMkLst>
        </pc:spChg>
        <pc:spChg chg="add mod">
          <ac:chgData name="Martijn Loonen" userId="ea73e076-d04f-44f8-b9ec-37bc121a9c81" providerId="ADAL" clId="{D44A2019-1E10-40B5-B3FA-2687C3688848}" dt="2026-07-09T10:42:00.896" v="5264" actId="1035"/>
          <ac:spMkLst>
            <pc:docMk/>
            <pc:sldMk cId="686182082" sldId="263"/>
            <ac:spMk id="16" creationId="{F5C9C4D3-D36F-B8B0-4508-CC5FD55290C5}"/>
          </ac:spMkLst>
        </pc:spChg>
        <pc:spChg chg="add mod">
          <ac:chgData name="Martijn Loonen" userId="ea73e076-d04f-44f8-b9ec-37bc121a9c81" providerId="ADAL" clId="{D44A2019-1E10-40B5-B3FA-2687C3688848}" dt="2026-07-09T10:42:00.896" v="5264" actId="1035"/>
          <ac:spMkLst>
            <pc:docMk/>
            <pc:sldMk cId="686182082" sldId="263"/>
            <ac:spMk id="18" creationId="{D16464A1-9B69-C684-19C5-55158E43E48D}"/>
          </ac:spMkLst>
        </pc:spChg>
        <pc:spChg chg="add mod">
          <ac:chgData name="Martijn Loonen" userId="ea73e076-d04f-44f8-b9ec-37bc121a9c81" providerId="ADAL" clId="{D44A2019-1E10-40B5-B3FA-2687C3688848}" dt="2026-07-09T10:42:00.896" v="5264" actId="1035"/>
          <ac:spMkLst>
            <pc:docMk/>
            <pc:sldMk cId="686182082" sldId="263"/>
            <ac:spMk id="25" creationId="{95D62859-C802-8755-7B66-A72831C45B46}"/>
          </ac:spMkLst>
        </pc:spChg>
        <pc:spChg chg="add mod">
          <ac:chgData name="Martijn Loonen" userId="ea73e076-d04f-44f8-b9ec-37bc121a9c81" providerId="ADAL" clId="{D44A2019-1E10-40B5-B3FA-2687C3688848}" dt="2026-07-09T14:00:24.117" v="5309" actId="14100"/>
          <ac:spMkLst>
            <pc:docMk/>
            <pc:sldMk cId="686182082" sldId="263"/>
            <ac:spMk id="31" creationId="{14D68231-9157-F917-C8BE-FE17B42C6829}"/>
          </ac:spMkLst>
        </pc:spChg>
        <pc:spChg chg="add mod">
          <ac:chgData name="Martijn Loonen" userId="ea73e076-d04f-44f8-b9ec-37bc121a9c81" providerId="ADAL" clId="{D44A2019-1E10-40B5-B3FA-2687C3688848}" dt="2026-07-09T14:06:40.307" v="5420" actId="208"/>
          <ac:spMkLst>
            <pc:docMk/>
            <pc:sldMk cId="686182082" sldId="263"/>
            <ac:spMk id="35" creationId="{9B0D2C1B-E136-A267-EFA5-F8B377984787}"/>
          </ac:spMkLst>
        </pc:spChg>
        <pc:spChg chg="add mod">
          <ac:chgData name="Martijn Loonen" userId="ea73e076-d04f-44f8-b9ec-37bc121a9c81" providerId="ADAL" clId="{D44A2019-1E10-40B5-B3FA-2687C3688848}" dt="2026-07-09T14:02:25.457" v="5344" actId="1036"/>
          <ac:spMkLst>
            <pc:docMk/>
            <pc:sldMk cId="686182082" sldId="263"/>
            <ac:spMk id="36" creationId="{A894AA98-D7D0-3A23-A89E-A41A69ECB4F8}"/>
          </ac:spMkLst>
        </pc:spChg>
        <pc:spChg chg="add mod">
          <ac:chgData name="Martijn Loonen" userId="ea73e076-d04f-44f8-b9ec-37bc121a9c81" providerId="ADAL" clId="{D44A2019-1E10-40B5-B3FA-2687C3688848}" dt="2026-07-09T14:06:35.032" v="5419" actId="208"/>
          <ac:spMkLst>
            <pc:docMk/>
            <pc:sldMk cId="686182082" sldId="263"/>
            <ac:spMk id="44" creationId="{B45B533F-E7AE-EF36-9FDA-360B3F37CF70}"/>
          </ac:spMkLst>
        </pc:spChg>
        <pc:spChg chg="add mod">
          <ac:chgData name="Martijn Loonen" userId="ea73e076-d04f-44f8-b9ec-37bc121a9c81" providerId="ADAL" clId="{D44A2019-1E10-40B5-B3FA-2687C3688848}" dt="2026-07-09T14:43:32.052" v="6000" actId="1076"/>
          <ac:spMkLst>
            <pc:docMk/>
            <pc:sldMk cId="686182082" sldId="263"/>
            <ac:spMk id="45" creationId="{59B8D1EC-BB62-052A-D864-D8EC3010BCE7}"/>
          </ac:spMkLst>
        </pc:spChg>
        <pc:spChg chg="add mod">
          <ac:chgData name="Martijn Loonen" userId="ea73e076-d04f-44f8-b9ec-37bc121a9c81" providerId="ADAL" clId="{D44A2019-1E10-40B5-B3FA-2687C3688848}" dt="2026-07-09T14:06:24.037" v="5418" actId="1076"/>
          <ac:spMkLst>
            <pc:docMk/>
            <pc:sldMk cId="686182082" sldId="263"/>
            <ac:spMk id="55" creationId="{CDC21FC5-C31E-CBCD-A034-577D70BC40F3}"/>
          </ac:spMkLst>
        </pc:spChg>
        <pc:spChg chg="add mod">
          <ac:chgData name="Martijn Loonen" userId="ea73e076-d04f-44f8-b9ec-37bc121a9c81" providerId="ADAL" clId="{D44A2019-1E10-40B5-B3FA-2687C3688848}" dt="2026-07-09T14:07:32.497" v="5431" actId="208"/>
          <ac:spMkLst>
            <pc:docMk/>
            <pc:sldMk cId="686182082" sldId="263"/>
            <ac:spMk id="56" creationId="{04BC5CAD-74C5-1FBA-8D1C-B271258B90EF}"/>
          </ac:spMkLst>
        </pc:spChg>
        <pc:spChg chg="add mod">
          <ac:chgData name="Martijn Loonen" userId="ea73e076-d04f-44f8-b9ec-37bc121a9c81" providerId="ADAL" clId="{D44A2019-1E10-40B5-B3FA-2687C3688848}" dt="2026-07-09T14:08:21.687" v="5460" actId="208"/>
          <ac:spMkLst>
            <pc:docMk/>
            <pc:sldMk cId="686182082" sldId="263"/>
            <ac:spMk id="59" creationId="{3546E714-A253-FF0B-066F-49D0894E8F5E}"/>
          </ac:spMkLst>
        </pc:spChg>
        <pc:spChg chg="add mod">
          <ac:chgData name="Martijn Loonen" userId="ea73e076-d04f-44f8-b9ec-37bc121a9c81" providerId="ADAL" clId="{D44A2019-1E10-40B5-B3FA-2687C3688848}" dt="2026-07-09T14:08:54.025" v="5474" actId="1036"/>
          <ac:spMkLst>
            <pc:docMk/>
            <pc:sldMk cId="686182082" sldId="263"/>
            <ac:spMk id="64" creationId="{F4D7A75F-903E-7875-34B1-1DFD8F16D576}"/>
          </ac:spMkLst>
        </pc:spChg>
        <pc:picChg chg="add mod">
          <ac:chgData name="Martijn Loonen" userId="ea73e076-d04f-44f8-b9ec-37bc121a9c81" providerId="ADAL" clId="{D44A2019-1E10-40B5-B3FA-2687C3688848}" dt="2026-07-09T10:42:00.896" v="5264" actId="1035"/>
          <ac:picMkLst>
            <pc:docMk/>
            <pc:sldMk cId="686182082" sldId="263"/>
            <ac:picMk id="3" creationId="{D20A66E0-9202-CC00-2195-D51C7B70885E}"/>
          </ac:picMkLst>
        </pc:picChg>
        <pc:picChg chg="add mod">
          <ac:chgData name="Martijn Loonen" userId="ea73e076-d04f-44f8-b9ec-37bc121a9c81" providerId="ADAL" clId="{D44A2019-1E10-40B5-B3FA-2687C3688848}" dt="2026-07-09T10:42:00.896" v="5264" actId="1035"/>
          <ac:picMkLst>
            <pc:docMk/>
            <pc:sldMk cId="686182082" sldId="263"/>
            <ac:picMk id="7" creationId="{2BFC4AD6-F6EA-2707-A308-58BE72B4C1C6}"/>
          </ac:picMkLst>
        </pc:picChg>
        <pc:picChg chg="add mod">
          <ac:chgData name="Martijn Loonen" userId="ea73e076-d04f-44f8-b9ec-37bc121a9c81" providerId="ADAL" clId="{D44A2019-1E10-40B5-B3FA-2687C3688848}" dt="2026-07-09T10:42:00.896" v="5264" actId="1035"/>
          <ac:picMkLst>
            <pc:docMk/>
            <pc:sldMk cId="686182082" sldId="263"/>
            <ac:picMk id="14" creationId="{A20EA58B-27BC-6F77-9EE5-C7B6A02449A2}"/>
          </ac:picMkLst>
        </pc:picChg>
        <pc:picChg chg="add mod">
          <ac:chgData name="Martijn Loonen" userId="ea73e076-d04f-44f8-b9ec-37bc121a9c81" providerId="ADAL" clId="{D44A2019-1E10-40B5-B3FA-2687C3688848}" dt="2026-07-09T10:42:00.896" v="5264" actId="1035"/>
          <ac:picMkLst>
            <pc:docMk/>
            <pc:sldMk cId="686182082" sldId="263"/>
            <ac:picMk id="23" creationId="{E59B5F69-3B83-75B0-886E-77AA7C0994C6}"/>
          </ac:picMkLst>
        </pc:picChg>
        <pc:picChg chg="add mod">
          <ac:chgData name="Martijn Loonen" userId="ea73e076-d04f-44f8-b9ec-37bc121a9c81" providerId="ADAL" clId="{D44A2019-1E10-40B5-B3FA-2687C3688848}" dt="2026-07-09T14:00:20.088" v="5308" actId="14100"/>
          <ac:picMkLst>
            <pc:docMk/>
            <pc:sldMk cId="686182082" sldId="263"/>
            <ac:picMk id="29" creationId="{A315C9D9-0946-1089-F8DB-A76616EC10C5}"/>
          </ac:picMkLst>
        </pc:picChg>
        <pc:picChg chg="add mod">
          <ac:chgData name="Martijn Loonen" userId="ea73e076-d04f-44f8-b9ec-37bc121a9c81" providerId="ADAL" clId="{D44A2019-1E10-40B5-B3FA-2687C3688848}" dt="2026-07-09T14:01:07.070" v="5311" actId="1076"/>
          <ac:picMkLst>
            <pc:docMk/>
            <pc:sldMk cId="686182082" sldId="263"/>
            <ac:picMk id="33" creationId="{746F6039-284E-8808-0E5E-C1989346233C}"/>
          </ac:picMkLst>
        </pc:picChg>
        <pc:picChg chg="add mod">
          <ac:chgData name="Martijn Loonen" userId="ea73e076-d04f-44f8-b9ec-37bc121a9c81" providerId="ADAL" clId="{D44A2019-1E10-40B5-B3FA-2687C3688848}" dt="2026-07-09T14:05:10.919" v="5375" actId="1035"/>
          <ac:picMkLst>
            <pc:docMk/>
            <pc:sldMk cId="686182082" sldId="263"/>
            <ac:picMk id="42" creationId="{95873B66-1389-AA8E-021A-B5C9CD4F0662}"/>
          </ac:picMkLst>
        </pc:picChg>
        <pc:picChg chg="add mod">
          <ac:chgData name="Martijn Loonen" userId="ea73e076-d04f-44f8-b9ec-37bc121a9c81" providerId="ADAL" clId="{D44A2019-1E10-40B5-B3FA-2687C3688848}" dt="2026-07-09T14:06:24.037" v="5418" actId="1076"/>
          <ac:picMkLst>
            <pc:docMk/>
            <pc:sldMk cId="686182082" sldId="263"/>
            <ac:picMk id="53" creationId="{3B0A6255-A47C-2011-23EE-4E69BCFAC31D}"/>
          </ac:picMkLst>
        </pc:picChg>
        <pc:cxnChg chg="add mod">
          <ac:chgData name="Martijn Loonen" userId="ea73e076-d04f-44f8-b9ec-37bc121a9c81" providerId="ADAL" clId="{D44A2019-1E10-40B5-B3FA-2687C3688848}" dt="2026-07-09T10:42:00.896" v="5264" actId="1035"/>
          <ac:cxnSpMkLst>
            <pc:docMk/>
            <pc:sldMk cId="686182082" sldId="263"/>
            <ac:cxnSpMk id="10" creationId="{3695A780-82D7-BC5B-AE9A-7F219271471F}"/>
          </ac:cxnSpMkLst>
        </pc:cxnChg>
        <pc:cxnChg chg="add mod">
          <ac:chgData name="Martijn Loonen" userId="ea73e076-d04f-44f8-b9ec-37bc121a9c81" providerId="ADAL" clId="{D44A2019-1E10-40B5-B3FA-2687C3688848}" dt="2026-07-09T10:38:49.300" v="5220" actId="1036"/>
          <ac:cxnSpMkLst>
            <pc:docMk/>
            <pc:sldMk cId="686182082" sldId="263"/>
            <ac:cxnSpMk id="19" creationId="{E7C6A994-5820-2B87-4A34-6ADE9EAFA633}"/>
          </ac:cxnSpMkLst>
        </pc:cxnChg>
        <pc:cxnChg chg="add mod">
          <ac:chgData name="Martijn Loonen" userId="ea73e076-d04f-44f8-b9ec-37bc121a9c81" providerId="ADAL" clId="{D44A2019-1E10-40B5-B3FA-2687C3688848}" dt="2026-07-09T14:02:25.457" v="5344" actId="1036"/>
          <ac:cxnSpMkLst>
            <pc:docMk/>
            <pc:sldMk cId="686182082" sldId="263"/>
            <ac:cxnSpMk id="37" creationId="{E871FD6D-0A63-B42F-58B7-140F2A90C983}"/>
          </ac:cxnSpMkLst>
        </pc:cxnChg>
        <pc:cxnChg chg="add mod">
          <ac:chgData name="Martijn Loonen" userId="ea73e076-d04f-44f8-b9ec-37bc121a9c81" providerId="ADAL" clId="{D44A2019-1E10-40B5-B3FA-2687C3688848}" dt="2026-07-09T14:43:32.052" v="6000" actId="1076"/>
          <ac:cxnSpMkLst>
            <pc:docMk/>
            <pc:sldMk cId="686182082" sldId="263"/>
            <ac:cxnSpMk id="46" creationId="{CCB75EE8-1FF2-C1BA-1143-4262549A8510}"/>
          </ac:cxnSpMkLst>
        </pc:cxnChg>
        <pc:cxnChg chg="add mod">
          <ac:chgData name="Martijn Loonen" userId="ea73e076-d04f-44f8-b9ec-37bc121a9c81" providerId="ADAL" clId="{D44A2019-1E10-40B5-B3FA-2687C3688848}" dt="2026-07-09T14:07:11.368" v="5424" actId="1036"/>
          <ac:cxnSpMkLst>
            <pc:docMk/>
            <pc:sldMk cId="686182082" sldId="263"/>
            <ac:cxnSpMk id="57" creationId="{F678BF45-2EDB-65D7-F51A-ED9CD1EE27E2}"/>
          </ac:cxnSpMkLst>
        </pc:cxnChg>
        <pc:cxnChg chg="add mod">
          <ac:chgData name="Martijn Loonen" userId="ea73e076-d04f-44f8-b9ec-37bc121a9c81" providerId="ADAL" clId="{D44A2019-1E10-40B5-B3FA-2687C3688848}" dt="2026-07-09T14:08:01.728" v="5451" actId="1035"/>
          <ac:cxnSpMkLst>
            <pc:docMk/>
            <pc:sldMk cId="686182082" sldId="263"/>
            <ac:cxnSpMk id="60" creationId="{139D2B12-D6F6-7E08-0D58-49565D90AF95}"/>
          </ac:cxnSpMkLst>
        </pc:cxnChg>
        <pc:cxnChg chg="add mod">
          <ac:chgData name="Martijn Loonen" userId="ea73e076-d04f-44f8-b9ec-37bc121a9c81" providerId="ADAL" clId="{D44A2019-1E10-40B5-B3FA-2687C3688848}" dt="2026-07-09T14:08:54.025" v="5474" actId="1036"/>
          <ac:cxnSpMkLst>
            <pc:docMk/>
            <pc:sldMk cId="686182082" sldId="263"/>
            <ac:cxnSpMk id="65" creationId="{5E22FE77-A631-0689-0A58-99F3D26DA644}"/>
          </ac:cxnSpMkLst>
        </pc:cxnChg>
      </pc:sldChg>
      <pc:sldChg chg="addSp modSp new mod">
        <pc:chgData name="Martijn Loonen" userId="ea73e076-d04f-44f8-b9ec-37bc121a9c81" providerId="ADAL" clId="{D44A2019-1E10-40B5-B3FA-2687C3688848}" dt="2026-07-10T13:00:16.436" v="6392" actId="1038"/>
        <pc:sldMkLst>
          <pc:docMk/>
          <pc:sldMk cId="890913374" sldId="264"/>
        </pc:sldMkLst>
        <pc:spChg chg="add mod">
          <ac:chgData name="Martijn Loonen" userId="ea73e076-d04f-44f8-b9ec-37bc121a9c81" providerId="ADAL" clId="{D44A2019-1E10-40B5-B3FA-2687C3688848}" dt="2026-07-09T14:42:14.968" v="5993" actId="14100"/>
          <ac:spMkLst>
            <pc:docMk/>
            <pc:sldMk cId="890913374" sldId="264"/>
            <ac:spMk id="7" creationId="{DD7D77AA-4C1D-8FCA-5406-90F229EC98BA}"/>
          </ac:spMkLst>
        </pc:spChg>
        <pc:spChg chg="add mod">
          <ac:chgData name="Martijn Loonen" userId="ea73e076-d04f-44f8-b9ec-37bc121a9c81" providerId="ADAL" clId="{D44A2019-1E10-40B5-B3FA-2687C3688848}" dt="2026-07-09T14:43:17.753" v="5998" actId="14100"/>
          <ac:spMkLst>
            <pc:docMk/>
            <pc:sldMk cId="890913374" sldId="264"/>
            <ac:spMk id="9" creationId="{CBD62A0B-858D-A219-6B1D-B73BC09832C9}"/>
          </ac:spMkLst>
        </pc:spChg>
        <pc:spChg chg="add mod">
          <ac:chgData name="Martijn Loonen" userId="ea73e076-d04f-44f8-b9ec-37bc121a9c81" providerId="ADAL" clId="{D44A2019-1E10-40B5-B3FA-2687C3688848}" dt="2026-07-09T14:44:16.524" v="6025" actId="1076"/>
          <ac:spMkLst>
            <pc:docMk/>
            <pc:sldMk cId="890913374" sldId="264"/>
            <ac:spMk id="11" creationId="{0FCC5173-8176-7DE7-1D52-755F77E8CF66}"/>
          </ac:spMkLst>
        </pc:spChg>
        <pc:spChg chg="add mod">
          <ac:chgData name="Martijn Loonen" userId="ea73e076-d04f-44f8-b9ec-37bc121a9c81" providerId="ADAL" clId="{D44A2019-1E10-40B5-B3FA-2687C3688848}" dt="2026-07-09T14:45:38.952" v="6032" actId="1076"/>
          <ac:spMkLst>
            <pc:docMk/>
            <pc:sldMk cId="890913374" sldId="264"/>
            <ac:spMk id="17" creationId="{423D0432-63A3-EAC5-D214-BE09942C1E59}"/>
          </ac:spMkLst>
        </pc:spChg>
        <pc:spChg chg="add mod">
          <ac:chgData name="Martijn Loonen" userId="ea73e076-d04f-44f8-b9ec-37bc121a9c81" providerId="ADAL" clId="{D44A2019-1E10-40B5-B3FA-2687C3688848}" dt="2026-07-09T14:47:03.655" v="6046" actId="14100"/>
          <ac:spMkLst>
            <pc:docMk/>
            <pc:sldMk cId="890913374" sldId="264"/>
            <ac:spMk id="24" creationId="{C4AE42B6-480B-4224-0545-60C0960168B1}"/>
          </ac:spMkLst>
        </pc:spChg>
        <pc:spChg chg="add mod">
          <ac:chgData name="Martijn Loonen" userId="ea73e076-d04f-44f8-b9ec-37bc121a9c81" providerId="ADAL" clId="{D44A2019-1E10-40B5-B3FA-2687C3688848}" dt="2026-07-09T14:49:50.073" v="6233" actId="1038"/>
          <ac:spMkLst>
            <pc:docMk/>
            <pc:sldMk cId="890913374" sldId="264"/>
            <ac:spMk id="26" creationId="{14D030EE-2610-39F4-AAAD-185C19A3D0B9}"/>
          </ac:spMkLst>
        </pc:spChg>
        <pc:spChg chg="add mod">
          <ac:chgData name="Martijn Loonen" userId="ea73e076-d04f-44f8-b9ec-37bc121a9c81" providerId="ADAL" clId="{D44A2019-1E10-40B5-B3FA-2687C3688848}" dt="2026-07-10T12:56:06.824" v="6276" actId="1035"/>
          <ac:spMkLst>
            <pc:docMk/>
            <pc:sldMk cId="890913374" sldId="264"/>
            <ac:spMk id="33" creationId="{6F67D8B0-674B-75AC-88A4-4D8AEF179F68}"/>
          </ac:spMkLst>
        </pc:spChg>
        <pc:spChg chg="add mod">
          <ac:chgData name="Martijn Loonen" userId="ea73e076-d04f-44f8-b9ec-37bc121a9c81" providerId="ADAL" clId="{D44A2019-1E10-40B5-B3FA-2687C3688848}" dt="2026-07-10T12:55:43.133" v="6271" actId="14100"/>
          <ac:spMkLst>
            <pc:docMk/>
            <pc:sldMk cId="890913374" sldId="264"/>
            <ac:spMk id="35" creationId="{FCB529BD-CDA8-9D3F-F36D-95FD46BF2648}"/>
          </ac:spMkLst>
        </pc:spChg>
        <pc:spChg chg="add mod">
          <ac:chgData name="Martijn Loonen" userId="ea73e076-d04f-44f8-b9ec-37bc121a9c81" providerId="ADAL" clId="{D44A2019-1E10-40B5-B3FA-2687C3688848}" dt="2026-07-10T12:58:58.681" v="6322" actId="1038"/>
          <ac:spMkLst>
            <pc:docMk/>
            <pc:sldMk cId="890913374" sldId="264"/>
            <ac:spMk id="43" creationId="{25FFC564-3D05-66CC-278D-9303B160D240}"/>
          </ac:spMkLst>
        </pc:spChg>
        <pc:spChg chg="add mod">
          <ac:chgData name="Martijn Loonen" userId="ea73e076-d04f-44f8-b9ec-37bc121a9c81" providerId="ADAL" clId="{D44A2019-1E10-40B5-B3FA-2687C3688848}" dt="2026-07-10T13:00:16.436" v="6392" actId="1038"/>
          <ac:spMkLst>
            <pc:docMk/>
            <pc:sldMk cId="890913374" sldId="264"/>
            <ac:spMk id="45" creationId="{CFC4E373-E628-1B8F-CF4C-6BEF9221ABCC}"/>
          </ac:spMkLst>
        </pc:spChg>
        <pc:picChg chg="add mod">
          <ac:chgData name="Martijn Loonen" userId="ea73e076-d04f-44f8-b9ec-37bc121a9c81" providerId="ADAL" clId="{D44A2019-1E10-40B5-B3FA-2687C3688848}" dt="2026-07-09T14:40:37.148" v="5988" actId="1076"/>
          <ac:picMkLst>
            <pc:docMk/>
            <pc:sldMk cId="890913374" sldId="264"/>
            <ac:picMk id="3" creationId="{014AFEDD-C658-64C3-E270-4D1734B57F0C}"/>
          </ac:picMkLst>
        </pc:picChg>
        <pc:picChg chg="add mod">
          <ac:chgData name="Martijn Loonen" userId="ea73e076-d04f-44f8-b9ec-37bc121a9c81" providerId="ADAL" clId="{D44A2019-1E10-40B5-B3FA-2687C3688848}" dt="2026-07-09T14:41:55.947" v="5990" actId="1076"/>
          <ac:picMkLst>
            <pc:docMk/>
            <pc:sldMk cId="890913374" sldId="264"/>
            <ac:picMk id="5" creationId="{293224F6-E52D-D8AF-D072-EA2DFEC0950E}"/>
          </ac:picMkLst>
        </pc:picChg>
        <pc:picChg chg="add mod">
          <ac:chgData name="Martijn Loonen" userId="ea73e076-d04f-44f8-b9ec-37bc121a9c81" providerId="ADAL" clId="{D44A2019-1E10-40B5-B3FA-2687C3688848}" dt="2026-07-09T14:46:41.687" v="6040" actId="1076"/>
          <ac:picMkLst>
            <pc:docMk/>
            <pc:sldMk cId="890913374" sldId="264"/>
            <ac:picMk id="22" creationId="{304FF6C4-72FC-9B32-9316-76FEC0252F4F}"/>
          </ac:picMkLst>
        </pc:picChg>
        <pc:picChg chg="add mod">
          <ac:chgData name="Martijn Loonen" userId="ea73e076-d04f-44f8-b9ec-37bc121a9c81" providerId="ADAL" clId="{D44A2019-1E10-40B5-B3FA-2687C3688848}" dt="2026-07-10T12:54:55.161" v="6235" actId="1076"/>
          <ac:picMkLst>
            <pc:docMk/>
            <pc:sldMk cId="890913374" sldId="264"/>
            <ac:picMk id="31" creationId="{5F32BA52-C028-9FF6-D382-62CC2D9A9E64}"/>
          </ac:picMkLst>
        </pc:picChg>
        <pc:picChg chg="add mod">
          <ac:chgData name="Martijn Loonen" userId="ea73e076-d04f-44f8-b9ec-37bc121a9c81" providerId="ADAL" clId="{D44A2019-1E10-40B5-B3FA-2687C3688848}" dt="2026-07-10T12:58:58.681" v="6322" actId="1038"/>
          <ac:picMkLst>
            <pc:docMk/>
            <pc:sldMk cId="890913374" sldId="264"/>
            <ac:picMk id="41" creationId="{C85B2D30-2602-AD64-2DCE-62F1CA53869F}"/>
          </ac:picMkLst>
        </pc:picChg>
        <pc:cxnChg chg="add mod">
          <ac:chgData name="Martijn Loonen" userId="ea73e076-d04f-44f8-b9ec-37bc121a9c81" providerId="ADAL" clId="{D44A2019-1E10-40B5-B3FA-2687C3688848}" dt="2026-07-09T14:44:35.816" v="6029" actId="14100"/>
          <ac:cxnSpMkLst>
            <pc:docMk/>
            <pc:sldMk cId="890913374" sldId="264"/>
            <ac:cxnSpMk id="12" creationId="{65560AE2-840E-DD5D-FDA0-E9EEF19D6322}"/>
          </ac:cxnSpMkLst>
        </pc:cxnChg>
        <pc:cxnChg chg="add mod">
          <ac:chgData name="Martijn Loonen" userId="ea73e076-d04f-44f8-b9ec-37bc121a9c81" providerId="ADAL" clId="{D44A2019-1E10-40B5-B3FA-2687C3688848}" dt="2026-07-09T14:45:50.985" v="6035" actId="14100"/>
          <ac:cxnSpMkLst>
            <pc:docMk/>
            <pc:sldMk cId="890913374" sldId="264"/>
            <ac:cxnSpMk id="18" creationId="{741999D6-8517-1CB4-4239-871D4B3E7687}"/>
          </ac:cxnSpMkLst>
        </pc:cxnChg>
        <pc:cxnChg chg="add mod">
          <ac:chgData name="Martijn Loonen" userId="ea73e076-d04f-44f8-b9ec-37bc121a9c81" providerId="ADAL" clId="{D44A2019-1E10-40B5-B3FA-2687C3688848}" dt="2026-07-09T14:49:50.073" v="6233" actId="1038"/>
          <ac:cxnSpMkLst>
            <pc:docMk/>
            <pc:sldMk cId="890913374" sldId="264"/>
            <ac:cxnSpMk id="27" creationId="{8A047DEF-86DD-711A-D06A-B25B70E52194}"/>
          </ac:cxnSpMkLst>
        </pc:cxnChg>
        <pc:cxnChg chg="add mod">
          <ac:chgData name="Martijn Loonen" userId="ea73e076-d04f-44f8-b9ec-37bc121a9c81" providerId="ADAL" clId="{D44A2019-1E10-40B5-B3FA-2687C3688848}" dt="2026-07-10T12:56:06.824" v="6276" actId="1035"/>
          <ac:cxnSpMkLst>
            <pc:docMk/>
            <pc:sldMk cId="890913374" sldId="264"/>
            <ac:cxnSpMk id="36" creationId="{FAF022C0-4D8B-1180-E553-47E428303A46}"/>
          </ac:cxnSpMkLst>
        </pc:cxnChg>
        <pc:cxnChg chg="add mod">
          <ac:chgData name="Martijn Loonen" userId="ea73e076-d04f-44f8-b9ec-37bc121a9c81" providerId="ADAL" clId="{D44A2019-1E10-40B5-B3FA-2687C3688848}" dt="2026-07-10T13:00:16.436" v="6392" actId="1038"/>
          <ac:cxnSpMkLst>
            <pc:docMk/>
            <pc:sldMk cId="890913374" sldId="264"/>
            <ac:cxnSpMk id="46" creationId="{3AEED132-9F57-A8F5-EFC2-973EAB5838EA}"/>
          </ac:cxnSpMkLst>
        </pc:cxnChg>
      </pc:sldChg>
      <pc:sldChg chg="addSp modSp new mod">
        <pc:chgData name="Martijn Loonen" userId="ea73e076-d04f-44f8-b9ec-37bc121a9c81" providerId="ADAL" clId="{D44A2019-1E10-40B5-B3FA-2687C3688848}" dt="2026-07-10T13:04:44.660" v="6527" actId="14100"/>
        <pc:sldMkLst>
          <pc:docMk/>
          <pc:sldMk cId="2401807785" sldId="265"/>
        </pc:sldMkLst>
        <pc:spChg chg="add mod">
          <ac:chgData name="Martijn Loonen" userId="ea73e076-d04f-44f8-b9ec-37bc121a9c81" providerId="ADAL" clId="{D44A2019-1E10-40B5-B3FA-2687C3688848}" dt="2026-07-10T13:02:54.604" v="6474" actId="1035"/>
          <ac:spMkLst>
            <pc:docMk/>
            <pc:sldMk cId="2401807785" sldId="265"/>
            <ac:spMk id="7" creationId="{0B25277D-09B2-7B29-ABE2-389A38E5EC54}"/>
          </ac:spMkLst>
        </pc:spChg>
        <pc:spChg chg="add mod">
          <ac:chgData name="Martijn Loonen" userId="ea73e076-d04f-44f8-b9ec-37bc121a9c81" providerId="ADAL" clId="{D44A2019-1E10-40B5-B3FA-2687C3688848}" dt="2026-07-10T13:02:45.196" v="6448" actId="1035"/>
          <ac:spMkLst>
            <pc:docMk/>
            <pc:sldMk cId="2401807785" sldId="265"/>
            <ac:spMk id="8" creationId="{13802343-1CAA-5357-B5EA-8610C696D7F3}"/>
          </ac:spMkLst>
        </pc:spChg>
        <pc:spChg chg="add mod">
          <ac:chgData name="Martijn Loonen" userId="ea73e076-d04f-44f8-b9ec-37bc121a9c81" providerId="ADAL" clId="{D44A2019-1E10-40B5-B3FA-2687C3688848}" dt="2026-07-10T13:04:18.560" v="6522" actId="1035"/>
          <ac:spMkLst>
            <pc:docMk/>
            <pc:sldMk cId="2401807785" sldId="265"/>
            <ac:spMk id="16" creationId="{01C7CCB5-CD6D-6AA3-1517-D856A4B98FC9}"/>
          </ac:spMkLst>
        </pc:spChg>
        <pc:spChg chg="add mod">
          <ac:chgData name="Martijn Loonen" userId="ea73e076-d04f-44f8-b9ec-37bc121a9c81" providerId="ADAL" clId="{D44A2019-1E10-40B5-B3FA-2687C3688848}" dt="2026-07-10T13:04:44.660" v="6527" actId="14100"/>
          <ac:spMkLst>
            <pc:docMk/>
            <pc:sldMk cId="2401807785" sldId="265"/>
            <ac:spMk id="17" creationId="{94E0C2B3-6F3D-2EA3-E6CB-9DE154A683CE}"/>
          </ac:spMkLst>
        </pc:spChg>
        <pc:picChg chg="add mod">
          <ac:chgData name="Martijn Loonen" userId="ea73e076-d04f-44f8-b9ec-37bc121a9c81" providerId="ADAL" clId="{D44A2019-1E10-40B5-B3FA-2687C3688848}" dt="2026-07-10T13:02:45.196" v="6448" actId="1035"/>
          <ac:picMkLst>
            <pc:docMk/>
            <pc:sldMk cId="2401807785" sldId="265"/>
            <ac:picMk id="3" creationId="{1CA44B14-D1D8-7E71-62BE-099DBDC8E97D}"/>
          </ac:picMkLst>
        </pc:picChg>
        <pc:picChg chg="add mod">
          <ac:chgData name="Martijn Loonen" userId="ea73e076-d04f-44f8-b9ec-37bc121a9c81" providerId="ADAL" clId="{D44A2019-1E10-40B5-B3FA-2687C3688848}" dt="2026-07-10T13:01:33.490" v="6397" actId="1076"/>
          <ac:picMkLst>
            <pc:docMk/>
            <pc:sldMk cId="2401807785" sldId="265"/>
            <ac:picMk id="5" creationId="{52D77F76-5053-D462-D92B-EC5A8CA1C976}"/>
          </ac:picMkLst>
        </pc:picChg>
        <pc:picChg chg="add mod">
          <ac:chgData name="Martijn Loonen" userId="ea73e076-d04f-44f8-b9ec-37bc121a9c81" providerId="ADAL" clId="{D44A2019-1E10-40B5-B3FA-2687C3688848}" dt="2026-07-10T13:04:18.560" v="6522" actId="1035"/>
          <ac:picMkLst>
            <pc:docMk/>
            <pc:sldMk cId="2401807785" sldId="265"/>
            <ac:picMk id="14" creationId="{6C467FF8-DD78-857A-92A3-9FFAED5D798C}"/>
          </ac:picMkLst>
        </pc:picChg>
        <pc:cxnChg chg="add mod">
          <ac:chgData name="Martijn Loonen" userId="ea73e076-d04f-44f8-b9ec-37bc121a9c81" providerId="ADAL" clId="{D44A2019-1E10-40B5-B3FA-2687C3688848}" dt="2026-07-10T13:02:54.604" v="6474" actId="1035"/>
          <ac:cxnSpMkLst>
            <pc:docMk/>
            <pc:sldMk cId="2401807785" sldId="265"/>
            <ac:cxnSpMk id="9" creationId="{6999E73F-941A-7815-C86A-33E39F53D1F6}"/>
          </ac:cxnSpMkLst>
        </pc:cxnChg>
        <pc:cxnChg chg="add mod">
          <ac:chgData name="Martijn Loonen" userId="ea73e076-d04f-44f8-b9ec-37bc121a9c81" providerId="ADAL" clId="{D44A2019-1E10-40B5-B3FA-2687C3688848}" dt="2026-07-10T13:04:44.660" v="6527" actId="14100"/>
          <ac:cxnSpMkLst>
            <pc:docMk/>
            <pc:sldMk cId="2401807785" sldId="265"/>
            <ac:cxnSpMk id="18" creationId="{FB24D703-16F9-258E-201A-E69C467A33F2}"/>
          </ac:cxnSpMkLst>
        </pc:cxnChg>
      </pc:sldChg>
      <pc:sldChg chg="addSp delSp modSp new mod">
        <pc:chgData name="Martijn Loonen" userId="ea73e076-d04f-44f8-b9ec-37bc121a9c81" providerId="ADAL" clId="{D44A2019-1E10-40B5-B3FA-2687C3688848}" dt="2026-07-13T05:15:30.372" v="7196" actId="14100"/>
        <pc:sldMkLst>
          <pc:docMk/>
          <pc:sldMk cId="3710337706" sldId="266"/>
        </pc:sldMkLst>
        <pc:spChg chg="add mod">
          <ac:chgData name="Martijn Loonen" userId="ea73e076-d04f-44f8-b9ec-37bc121a9c81" providerId="ADAL" clId="{D44A2019-1E10-40B5-B3FA-2687C3688848}" dt="2026-07-10T13:23:15.066" v="6949" actId="1036"/>
          <ac:spMkLst>
            <pc:docMk/>
            <pc:sldMk cId="3710337706" sldId="266"/>
            <ac:spMk id="11" creationId="{BDB25457-AED0-D820-2790-79CF795B84FA}"/>
          </ac:spMkLst>
        </pc:spChg>
        <pc:spChg chg="add mod">
          <ac:chgData name="Martijn Loonen" userId="ea73e076-d04f-44f8-b9ec-37bc121a9c81" providerId="ADAL" clId="{D44A2019-1E10-40B5-B3FA-2687C3688848}" dt="2026-07-10T13:23:15.066" v="6949" actId="1036"/>
          <ac:spMkLst>
            <pc:docMk/>
            <pc:sldMk cId="3710337706" sldId="266"/>
            <ac:spMk id="13" creationId="{C758FEFB-BABA-E472-6760-B14A64596DAE}"/>
          </ac:spMkLst>
        </pc:spChg>
        <pc:spChg chg="add mod">
          <ac:chgData name="Martijn Loonen" userId="ea73e076-d04f-44f8-b9ec-37bc121a9c81" providerId="ADAL" clId="{D44A2019-1E10-40B5-B3FA-2687C3688848}" dt="2026-07-10T13:24:02.050" v="6977" actId="1036"/>
          <ac:spMkLst>
            <pc:docMk/>
            <pc:sldMk cId="3710337706" sldId="266"/>
            <ac:spMk id="14" creationId="{5339BDF6-4486-437A-03A8-BAC325D56104}"/>
          </ac:spMkLst>
        </pc:spChg>
        <pc:spChg chg="add mod">
          <ac:chgData name="Martijn Loonen" userId="ea73e076-d04f-44f8-b9ec-37bc121a9c81" providerId="ADAL" clId="{D44A2019-1E10-40B5-B3FA-2687C3688848}" dt="2026-07-10T14:48:29.205" v="7191" actId="20577"/>
          <ac:spMkLst>
            <pc:docMk/>
            <pc:sldMk cId="3710337706" sldId="266"/>
            <ac:spMk id="23" creationId="{02301237-FFAB-6558-7450-3C8F703A1EF2}"/>
          </ac:spMkLst>
        </pc:spChg>
        <pc:spChg chg="add mod">
          <ac:chgData name="Martijn Loonen" userId="ea73e076-d04f-44f8-b9ec-37bc121a9c81" providerId="ADAL" clId="{D44A2019-1E10-40B5-B3FA-2687C3688848}" dt="2026-07-10T14:46:21.521" v="7119" actId="1035"/>
          <ac:spMkLst>
            <pc:docMk/>
            <pc:sldMk cId="3710337706" sldId="266"/>
            <ac:spMk id="25" creationId="{39FF3FCF-EC3E-8A21-8E48-5FAD852F7EB2}"/>
          </ac:spMkLst>
        </pc:spChg>
        <pc:spChg chg="add mod">
          <ac:chgData name="Martijn Loonen" userId="ea73e076-d04f-44f8-b9ec-37bc121a9c81" providerId="ADAL" clId="{D44A2019-1E10-40B5-B3FA-2687C3688848}" dt="2026-07-10T14:46:21.521" v="7119" actId="1035"/>
          <ac:spMkLst>
            <pc:docMk/>
            <pc:sldMk cId="3710337706" sldId="266"/>
            <ac:spMk id="27" creationId="{C918870A-A210-A322-E366-CA6A190752AE}"/>
          </ac:spMkLst>
        </pc:spChg>
        <pc:spChg chg="add mod">
          <ac:chgData name="Martijn Loonen" userId="ea73e076-d04f-44f8-b9ec-37bc121a9c81" providerId="ADAL" clId="{D44A2019-1E10-40B5-B3FA-2687C3688848}" dt="2026-07-10T14:46:50.833" v="7160" actId="1037"/>
          <ac:spMkLst>
            <pc:docMk/>
            <pc:sldMk cId="3710337706" sldId="266"/>
            <ac:spMk id="29" creationId="{6C298656-AF0C-6206-8B6B-3C9BD425E935}"/>
          </ac:spMkLst>
        </pc:spChg>
        <pc:spChg chg="add mod">
          <ac:chgData name="Martijn Loonen" userId="ea73e076-d04f-44f8-b9ec-37bc121a9c81" providerId="ADAL" clId="{D44A2019-1E10-40B5-B3FA-2687C3688848}" dt="2026-07-10T14:47:41.051" v="7183" actId="20577"/>
          <ac:spMkLst>
            <pc:docMk/>
            <pc:sldMk cId="3710337706" sldId="266"/>
            <ac:spMk id="31" creationId="{24556B25-7E8A-3F33-8917-37B5FFA36272}"/>
          </ac:spMkLst>
        </pc:spChg>
        <pc:spChg chg="add mod">
          <ac:chgData name="Martijn Loonen" userId="ea73e076-d04f-44f8-b9ec-37bc121a9c81" providerId="ADAL" clId="{D44A2019-1E10-40B5-B3FA-2687C3688848}" dt="2026-07-10T14:46:54.910" v="7161" actId="14100"/>
          <ac:spMkLst>
            <pc:docMk/>
            <pc:sldMk cId="3710337706" sldId="266"/>
            <ac:spMk id="33" creationId="{5155946D-35FB-C45B-454B-5E10B8B109C5}"/>
          </ac:spMkLst>
        </pc:spChg>
        <pc:spChg chg="add mod">
          <ac:chgData name="Martijn Loonen" userId="ea73e076-d04f-44f8-b9ec-37bc121a9c81" providerId="ADAL" clId="{D44A2019-1E10-40B5-B3FA-2687C3688848}" dt="2026-07-13T05:15:15.091" v="7193" actId="207"/>
          <ac:spMkLst>
            <pc:docMk/>
            <pc:sldMk cId="3710337706" sldId="266"/>
            <ac:spMk id="34" creationId="{6F490359-A986-CA0C-0F1B-39410F87CC8E}"/>
          </ac:spMkLst>
        </pc:spChg>
        <pc:picChg chg="add mod">
          <ac:chgData name="Martijn Loonen" userId="ea73e076-d04f-44f8-b9ec-37bc121a9c81" providerId="ADAL" clId="{D44A2019-1E10-40B5-B3FA-2687C3688848}" dt="2026-07-10T13:11:18.411" v="6704" actId="1036"/>
          <ac:picMkLst>
            <pc:docMk/>
            <pc:sldMk cId="3710337706" sldId="266"/>
            <ac:picMk id="3" creationId="{AC2762DE-C54F-98CC-A291-F8694E6AC015}"/>
          </ac:picMkLst>
        </pc:picChg>
        <pc:picChg chg="add mod">
          <ac:chgData name="Martijn Loonen" userId="ea73e076-d04f-44f8-b9ec-37bc121a9c81" providerId="ADAL" clId="{D44A2019-1E10-40B5-B3FA-2687C3688848}" dt="2026-07-10T13:23:15.066" v="6949" actId="1036"/>
          <ac:picMkLst>
            <pc:docMk/>
            <pc:sldMk cId="3710337706" sldId="266"/>
            <ac:picMk id="7" creationId="{7FAC5A2D-3A4C-A00C-5D09-7528E3A454F8}"/>
          </ac:picMkLst>
        </pc:picChg>
        <pc:cxnChg chg="add mod">
          <ac:chgData name="Martijn Loonen" userId="ea73e076-d04f-44f8-b9ec-37bc121a9c81" providerId="ADAL" clId="{D44A2019-1E10-40B5-B3FA-2687C3688848}" dt="2026-07-10T13:24:02.050" v="6977" actId="1036"/>
          <ac:cxnSpMkLst>
            <pc:docMk/>
            <pc:sldMk cId="3710337706" sldId="266"/>
            <ac:cxnSpMk id="15" creationId="{C8DE1835-EFC6-3B64-7897-6D45F209AEFF}"/>
          </ac:cxnSpMkLst>
        </pc:cxnChg>
        <pc:cxnChg chg="add mod">
          <ac:chgData name="Martijn Loonen" userId="ea73e076-d04f-44f8-b9ec-37bc121a9c81" providerId="ADAL" clId="{D44A2019-1E10-40B5-B3FA-2687C3688848}" dt="2026-07-13T05:15:30.372" v="7196" actId="14100"/>
          <ac:cxnSpMkLst>
            <pc:docMk/>
            <pc:sldMk cId="3710337706" sldId="266"/>
            <ac:cxnSpMk id="35" creationId="{5BE0CEAA-75B1-11C4-0D05-729D7F00C18B}"/>
          </ac:cxnSpMkLst>
        </pc:cxnChg>
      </pc:sldChg>
      <pc:sldChg chg="addSp delSp modSp new mod">
        <pc:chgData name="Martijn Loonen" userId="ea73e076-d04f-44f8-b9ec-37bc121a9c81" providerId="ADAL" clId="{D44A2019-1E10-40B5-B3FA-2687C3688848}" dt="2026-07-13T05:27:11.254" v="7486" actId="1035"/>
        <pc:sldMkLst>
          <pc:docMk/>
          <pc:sldMk cId="2831252138" sldId="267"/>
        </pc:sldMkLst>
        <pc:spChg chg="add mod">
          <ac:chgData name="Martijn Loonen" userId="ea73e076-d04f-44f8-b9ec-37bc121a9c81" providerId="ADAL" clId="{D44A2019-1E10-40B5-B3FA-2687C3688848}" dt="2026-07-13T05:22:01.024" v="7398" actId="1076"/>
          <ac:spMkLst>
            <pc:docMk/>
            <pc:sldMk cId="2831252138" sldId="267"/>
            <ac:spMk id="5" creationId="{86DD6CAF-2499-A5C6-DB18-712EB5D6F001}"/>
          </ac:spMkLst>
        </pc:spChg>
        <pc:spChg chg="add mod">
          <ac:chgData name="Martijn Loonen" userId="ea73e076-d04f-44f8-b9ec-37bc121a9c81" providerId="ADAL" clId="{D44A2019-1E10-40B5-B3FA-2687C3688848}" dt="2026-07-13T05:22:01.024" v="7398" actId="1076"/>
          <ac:spMkLst>
            <pc:docMk/>
            <pc:sldMk cId="2831252138" sldId="267"/>
            <ac:spMk id="9" creationId="{5F7F784C-AE09-7B35-3D49-D6BD43D24DF5}"/>
          </ac:spMkLst>
        </pc:spChg>
        <pc:spChg chg="add mod">
          <ac:chgData name="Martijn Loonen" userId="ea73e076-d04f-44f8-b9ec-37bc121a9c81" providerId="ADAL" clId="{D44A2019-1E10-40B5-B3FA-2687C3688848}" dt="2026-07-13T05:22:01.024" v="7398" actId="1076"/>
          <ac:spMkLst>
            <pc:docMk/>
            <pc:sldMk cId="2831252138" sldId="267"/>
            <ac:spMk id="11" creationId="{DBD3F0B3-628B-1911-5562-A44C0E7365C4}"/>
          </ac:spMkLst>
        </pc:spChg>
        <pc:spChg chg="add mod">
          <ac:chgData name="Martijn Loonen" userId="ea73e076-d04f-44f8-b9ec-37bc121a9c81" providerId="ADAL" clId="{D44A2019-1E10-40B5-B3FA-2687C3688848}" dt="2026-07-13T05:22:05.638" v="7399" actId="1076"/>
          <ac:spMkLst>
            <pc:docMk/>
            <pc:sldMk cId="2831252138" sldId="267"/>
            <ac:spMk id="19" creationId="{51ED4CE4-5BD2-3913-F764-30881EBD01BE}"/>
          </ac:spMkLst>
        </pc:spChg>
        <pc:spChg chg="add mod">
          <ac:chgData name="Martijn Loonen" userId="ea73e076-d04f-44f8-b9ec-37bc121a9c81" providerId="ADAL" clId="{D44A2019-1E10-40B5-B3FA-2687C3688848}" dt="2026-07-13T05:23:37.086" v="7414" actId="14100"/>
          <ac:spMkLst>
            <pc:docMk/>
            <pc:sldMk cId="2831252138" sldId="267"/>
            <ac:spMk id="27" creationId="{D74F8BCA-0A09-D0DD-00E9-09FD290EE9AE}"/>
          </ac:spMkLst>
        </pc:spChg>
        <pc:spChg chg="add mod">
          <ac:chgData name="Martijn Loonen" userId="ea73e076-d04f-44f8-b9ec-37bc121a9c81" providerId="ADAL" clId="{D44A2019-1E10-40B5-B3FA-2687C3688848}" dt="2026-07-13T05:24:31.823" v="7421" actId="14100"/>
          <ac:spMkLst>
            <pc:docMk/>
            <pc:sldMk cId="2831252138" sldId="267"/>
            <ac:spMk id="35" creationId="{C934C168-B8BD-D37B-0EF9-F2B788CAB2A3}"/>
          </ac:spMkLst>
        </pc:spChg>
        <pc:spChg chg="add mod">
          <ac:chgData name="Martijn Loonen" userId="ea73e076-d04f-44f8-b9ec-37bc121a9c81" providerId="ADAL" clId="{D44A2019-1E10-40B5-B3FA-2687C3688848}" dt="2026-07-13T05:25:07.659" v="7467" actId="1076"/>
          <ac:spMkLst>
            <pc:docMk/>
            <pc:sldMk cId="2831252138" sldId="267"/>
            <ac:spMk id="37" creationId="{8DE0EFC4-1BE3-E083-9E20-D24E16D337D5}"/>
          </ac:spMkLst>
        </pc:spChg>
        <pc:spChg chg="add mod">
          <ac:chgData name="Martijn Loonen" userId="ea73e076-d04f-44f8-b9ec-37bc121a9c81" providerId="ADAL" clId="{D44A2019-1E10-40B5-B3FA-2687C3688848}" dt="2026-07-13T05:27:04.103" v="7483" actId="208"/>
          <ac:spMkLst>
            <pc:docMk/>
            <pc:sldMk cId="2831252138" sldId="267"/>
            <ac:spMk id="46" creationId="{92FEF6A8-F123-4596-530F-C4F3EA386559}"/>
          </ac:spMkLst>
        </pc:spChg>
        <pc:spChg chg="add del">
          <ac:chgData name="Martijn Loonen" userId="ea73e076-d04f-44f8-b9ec-37bc121a9c81" providerId="ADAL" clId="{D44A2019-1E10-40B5-B3FA-2687C3688848}" dt="2026-07-13T05:26:26.296" v="7477" actId="22"/>
          <ac:spMkLst>
            <pc:docMk/>
            <pc:sldMk cId="2831252138" sldId="267"/>
            <ac:spMk id="48" creationId="{D1170C7E-8BC9-FA94-00E6-A200E607B5EA}"/>
          </ac:spMkLst>
        </pc:spChg>
        <pc:spChg chg="add mod">
          <ac:chgData name="Martijn Loonen" userId="ea73e076-d04f-44f8-b9ec-37bc121a9c81" providerId="ADAL" clId="{D44A2019-1E10-40B5-B3FA-2687C3688848}" dt="2026-07-13T05:27:11.254" v="7486" actId="1035"/>
          <ac:spMkLst>
            <pc:docMk/>
            <pc:sldMk cId="2831252138" sldId="267"/>
            <ac:spMk id="50" creationId="{2A419661-05C3-F775-752C-86D5A130B604}"/>
          </ac:spMkLst>
        </pc:spChg>
        <pc:picChg chg="add mod">
          <ac:chgData name="Martijn Loonen" userId="ea73e076-d04f-44f8-b9ec-37bc121a9c81" providerId="ADAL" clId="{D44A2019-1E10-40B5-B3FA-2687C3688848}" dt="2026-07-13T05:22:01.024" v="7398" actId="1076"/>
          <ac:picMkLst>
            <pc:docMk/>
            <pc:sldMk cId="2831252138" sldId="267"/>
            <ac:picMk id="3" creationId="{94A3E9B0-0976-E5B6-E2D5-FC37FD4AE425}"/>
          </ac:picMkLst>
        </pc:picChg>
        <pc:picChg chg="add">
          <ac:chgData name="Martijn Loonen" userId="ea73e076-d04f-44f8-b9ec-37bc121a9c81" providerId="ADAL" clId="{D44A2019-1E10-40B5-B3FA-2687C3688848}" dt="2026-07-13T05:18:16.605" v="7204" actId="22"/>
          <ac:picMkLst>
            <pc:docMk/>
            <pc:sldMk cId="2831252138" sldId="267"/>
            <ac:picMk id="7" creationId="{E2248151-ED60-BE53-857F-10AB8E98B883}"/>
          </ac:picMkLst>
        </pc:picChg>
        <pc:picChg chg="add mod">
          <ac:chgData name="Martijn Loonen" userId="ea73e076-d04f-44f8-b9ec-37bc121a9c81" providerId="ADAL" clId="{D44A2019-1E10-40B5-B3FA-2687C3688848}" dt="2026-07-13T05:24:16.814" v="7416" actId="1076"/>
          <ac:picMkLst>
            <pc:docMk/>
            <pc:sldMk cId="2831252138" sldId="267"/>
            <ac:picMk id="33" creationId="{F7FEA717-E7D6-D37C-7C3D-DD5435A4E253}"/>
          </ac:picMkLst>
        </pc:picChg>
        <pc:picChg chg="add mod">
          <ac:chgData name="Martijn Loonen" userId="ea73e076-d04f-44f8-b9ec-37bc121a9c81" providerId="ADAL" clId="{D44A2019-1E10-40B5-B3FA-2687C3688848}" dt="2026-07-13T05:26:00.760" v="7470" actId="1076"/>
          <ac:picMkLst>
            <pc:docMk/>
            <pc:sldMk cId="2831252138" sldId="267"/>
            <ac:picMk id="44" creationId="{8EF7455E-2561-12C3-D174-A447BC5D26BE}"/>
          </ac:picMkLst>
        </pc:picChg>
        <pc:cxnChg chg="add mod">
          <ac:chgData name="Martijn Loonen" userId="ea73e076-d04f-44f8-b9ec-37bc121a9c81" providerId="ADAL" clId="{D44A2019-1E10-40B5-B3FA-2687C3688848}" dt="2026-07-13T05:22:01.024" v="7398" actId="1076"/>
          <ac:cxnSpMkLst>
            <pc:docMk/>
            <pc:sldMk cId="2831252138" sldId="267"/>
            <ac:cxnSpMk id="12" creationId="{90720754-0E33-26BB-1DA2-071CD94A28F1}"/>
          </ac:cxnSpMkLst>
        </pc:cxnChg>
        <pc:cxnChg chg="add mod">
          <ac:chgData name="Martijn Loonen" userId="ea73e076-d04f-44f8-b9ec-37bc121a9c81" providerId="ADAL" clId="{D44A2019-1E10-40B5-B3FA-2687C3688848}" dt="2026-07-13T05:22:01.024" v="7398" actId="1076"/>
          <ac:cxnSpMkLst>
            <pc:docMk/>
            <pc:sldMk cId="2831252138" sldId="267"/>
            <ac:cxnSpMk id="15" creationId="{71D3AC41-DE16-5CDC-9AF4-48CE37166F32}"/>
          </ac:cxnSpMkLst>
        </pc:cxnChg>
        <pc:cxnChg chg="add mod">
          <ac:chgData name="Martijn Loonen" userId="ea73e076-d04f-44f8-b9ec-37bc121a9c81" providerId="ADAL" clId="{D44A2019-1E10-40B5-B3FA-2687C3688848}" dt="2026-07-13T05:22:14.013" v="7401" actId="14100"/>
          <ac:cxnSpMkLst>
            <pc:docMk/>
            <pc:sldMk cId="2831252138" sldId="267"/>
            <ac:cxnSpMk id="20" creationId="{50B39C98-EBB8-774B-8AED-35DCEBC0610B}"/>
          </ac:cxnSpMkLst>
        </pc:cxnChg>
        <pc:cxnChg chg="add mod">
          <ac:chgData name="Martijn Loonen" userId="ea73e076-d04f-44f8-b9ec-37bc121a9c81" providerId="ADAL" clId="{D44A2019-1E10-40B5-B3FA-2687C3688848}" dt="2026-07-13T05:23:37.086" v="7414" actId="14100"/>
          <ac:cxnSpMkLst>
            <pc:docMk/>
            <pc:sldMk cId="2831252138" sldId="267"/>
            <ac:cxnSpMk id="28" creationId="{B8FE7EEB-6FF0-09F4-55FE-7C7DF856451F}"/>
          </ac:cxnSpMkLst>
        </pc:cxnChg>
        <pc:cxnChg chg="add mod">
          <ac:chgData name="Martijn Loonen" userId="ea73e076-d04f-44f8-b9ec-37bc121a9c81" providerId="ADAL" clId="{D44A2019-1E10-40B5-B3FA-2687C3688848}" dt="2026-07-13T05:25:12.508" v="7468" actId="14100"/>
          <ac:cxnSpMkLst>
            <pc:docMk/>
            <pc:sldMk cId="2831252138" sldId="267"/>
            <ac:cxnSpMk id="38" creationId="{11F62AED-7D60-EE8D-1D85-064FC893B54A}"/>
          </ac:cxnSpMkLst>
        </pc:cxnChg>
        <pc:cxnChg chg="add mod">
          <ac:chgData name="Martijn Loonen" userId="ea73e076-d04f-44f8-b9ec-37bc121a9c81" providerId="ADAL" clId="{D44A2019-1E10-40B5-B3FA-2687C3688848}" dt="2026-07-13T05:27:11.254" v="7486" actId="1035"/>
          <ac:cxnSpMkLst>
            <pc:docMk/>
            <pc:sldMk cId="2831252138" sldId="267"/>
            <ac:cxnSpMk id="51" creationId="{AA7B99D4-B495-D1DB-778F-AEF5CEE0E9D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79DAF-6CAE-1F11-212D-453A019CB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3446150-0088-1179-AA86-4501E1644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EB439B8-FF72-9492-3454-9B5D250E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FFF1F3-9DAE-C062-A7D2-0ACA472B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CFF3EE-2D23-F2FB-A8B7-7E3C706D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862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435B59-1039-50FD-6EE0-6C166515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7C56590-7E1A-E844-560B-683D3C78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9C31CFF-BBFD-68E4-4282-9EC36378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B9A2DA-C957-AC39-4C70-C5899E6C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A758F8D-BA37-CB82-C099-A08D0E39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8624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A5A6D-6751-D31E-215F-59A5015C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53F501C-7F29-22C6-CB18-809429D39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A04FF6-6FA8-1A72-C54F-058258BB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FE684FF-A71E-0225-F4C7-62D9F60C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84B972-9E4B-A9D8-9573-D35D7FC3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191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6BC6A-0A2B-A7A7-E636-39340E66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A52F44-0373-A676-7068-585B43943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00EEDA3-36ED-4525-4358-97BEA1ABD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E0FB833-A288-2B6B-BB35-1EFF5ECF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98F05A2-E66E-776B-D4D8-A75D43A7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0076A5A-6622-6389-3C4B-9B02ECB8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15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0BA3E4-E84B-4866-AD91-453EBB8A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39ABCE8-B1AC-C055-8823-984CC6ECC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0E1E09E-9A0B-8980-945E-A731CCD3C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CFC3195-F2AF-53F5-171F-76C2DBF85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ECE03BC-3A3A-6C51-B2D4-740C36078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A89CE32-7253-8E53-249E-5D74E859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42A3282-AF91-8F58-4288-0DB39A15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3CA28AD-1B32-53D7-E1D6-E8E93E62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3515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FBDB7F-46D5-4BE6-13BF-DAC168E5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1ADC14-3F68-59BF-37F4-74733FE5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220C093-BFE3-610A-5DC6-2AECE9D3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DDB9EA9-AB59-15FF-79B3-633847FC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081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53FF04F-DA3B-CBA2-3DBF-47A00BA19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73054C-849D-7B8C-E96D-D4F58C93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4109EC8-B9FA-4EF9-2B2A-F0451542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0777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C2BB7-41DA-3676-235F-A2A5E2A2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4C81FD-FEE5-57F0-588B-AFBB250F9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3F18040-E57C-BACD-747D-D81BF7B75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F8374E-1497-EDE8-88AC-9F90DF26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BF206C-8E52-35D1-DF5A-A759AD15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2153622-3D4F-E89F-5F17-15984FDE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033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02F1F-E13C-341D-B1C9-58B5681D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2E7C32B-10D9-5563-DF82-26245939F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159ADFF-92F3-8AFD-2099-501C36385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273438-A09E-A687-90BF-7F11DA50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C311924-0417-E78A-5238-5F84D3E1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211DE9E-2B20-4C16-9C70-C4228B3B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605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46EDD-E6FD-ECC0-7879-79626097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D71637B-A8CF-DD28-3564-F45533C6F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79FF0A-01C6-93B8-95DB-7F9EEFEA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FF4218-A0CC-09AC-6485-A3B6E339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A3FBBD0-ECB1-7511-5954-FA514CDF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937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21D4C12-84AF-518F-5D2C-7C2B937A6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8E2A2E8-65EF-D3F7-E9E5-31FED5CF3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C75C9D2-13D8-947B-DC2B-A5827E4E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5C58BB-90E6-AB66-C098-8DC64AA3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C444E2-2789-2CA3-5490-CFECF530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923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CBD5754-30B6-7DC6-13F7-E182B8AA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A4CFD73-14B0-1639-0C80-E73A5B89D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64C1E2C-44D2-D0DB-1F3E-A4C8C3C90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1E019-DE0E-4D3B-A46A-84C1925EADD3}" type="datetimeFigureOut">
              <a:rPr lang="nl-NL" smtClean="0"/>
              <a:t>9-7-2026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D91EE8-F3FB-05C4-C72B-FDAC7623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7FFD74A-02F7-141D-EBF7-079FAB258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FF632-5C36-4332-8123-2C5760DFFA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541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1EA6D3A-D254-5435-DFA5-6612C99CE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97" y="211016"/>
            <a:ext cx="5497929" cy="4300984"/>
          </a:xfrm>
          <a:prstGeom prst="rect">
            <a:avLst/>
          </a:prstGeom>
        </p:spPr>
      </p:pic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FB1F90C7-7587-8DD6-C843-82F31E1FA7B5}"/>
              </a:ext>
            </a:extLst>
          </p:cNvPr>
          <p:cNvCxnSpPr>
            <a:cxnSpLocks/>
          </p:cNvCxnSpPr>
          <p:nvPr/>
        </p:nvCxnSpPr>
        <p:spPr>
          <a:xfrm>
            <a:off x="585563" y="4424516"/>
            <a:ext cx="554979" cy="12290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C3B1BDE9-435B-D0A8-7BC8-71A52765B109}"/>
              </a:ext>
            </a:extLst>
          </p:cNvPr>
          <p:cNvCxnSpPr>
            <a:cxnSpLocks/>
          </p:cNvCxnSpPr>
          <p:nvPr/>
        </p:nvCxnSpPr>
        <p:spPr>
          <a:xfrm flipH="1">
            <a:off x="1455174" y="4424516"/>
            <a:ext cx="825910" cy="12290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03462A77-382D-19D8-4DDD-2CBC13135DE3}"/>
              </a:ext>
            </a:extLst>
          </p:cNvPr>
          <p:cNvSpPr txBox="1"/>
          <p:nvPr/>
        </p:nvSpPr>
        <p:spPr>
          <a:xfrm>
            <a:off x="781664" y="5653548"/>
            <a:ext cx="1302775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Isn’t</a:t>
            </a:r>
            <a:r>
              <a:rPr lang="nl-NL" sz="1000" dirty="0"/>
              <a:t> </a:t>
            </a:r>
            <a:r>
              <a:rPr lang="nl-NL" sz="1000" dirty="0" err="1"/>
              <a:t>this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same</a:t>
            </a:r>
            <a:r>
              <a:rPr lang="nl-NL" sz="1000" dirty="0"/>
              <a:t>?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BA1073F1-025C-49F7-24EF-E4103B153729}"/>
              </a:ext>
            </a:extLst>
          </p:cNvPr>
          <p:cNvSpPr txBox="1"/>
          <p:nvPr/>
        </p:nvSpPr>
        <p:spPr>
          <a:xfrm>
            <a:off x="1681317" y="2502300"/>
            <a:ext cx="1243781" cy="2458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Required</a:t>
            </a:r>
            <a:r>
              <a:rPr lang="nl-NL" sz="1000" dirty="0"/>
              <a:t> field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AF98276D-F5D3-2C35-5969-FEF6DD9E7965}"/>
              </a:ext>
            </a:extLst>
          </p:cNvPr>
          <p:cNvSpPr txBox="1"/>
          <p:nvPr/>
        </p:nvSpPr>
        <p:spPr>
          <a:xfrm>
            <a:off x="1676400" y="1946782"/>
            <a:ext cx="1243781" cy="2458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Required</a:t>
            </a:r>
            <a:r>
              <a:rPr lang="nl-NL" sz="1000" dirty="0"/>
              <a:t> field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9477BE36-F72D-99CB-ACDC-D15D7227C069}"/>
              </a:ext>
            </a:extLst>
          </p:cNvPr>
          <p:cNvSpPr txBox="1"/>
          <p:nvPr/>
        </p:nvSpPr>
        <p:spPr>
          <a:xfrm>
            <a:off x="781664" y="6047711"/>
            <a:ext cx="4247536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Note</a:t>
            </a:r>
            <a:r>
              <a:rPr lang="nl-NL" sz="1000" dirty="0"/>
              <a:t>, </a:t>
            </a:r>
            <a:r>
              <a:rPr lang="nl-NL" sz="1000" dirty="0" err="1"/>
              <a:t>if</a:t>
            </a:r>
            <a:r>
              <a:rPr lang="nl-NL" sz="1000" dirty="0"/>
              <a:t> I </a:t>
            </a:r>
            <a:r>
              <a:rPr lang="nl-NL" sz="1000" dirty="0" err="1"/>
              <a:t>only</a:t>
            </a:r>
            <a:r>
              <a:rPr lang="nl-NL" sz="1000" dirty="0"/>
              <a:t> </a:t>
            </a:r>
            <a:r>
              <a:rPr lang="nl-NL" sz="1000" dirty="0" err="1"/>
              <a:t>schoose</a:t>
            </a:r>
            <a:r>
              <a:rPr lang="nl-NL" sz="1000" dirty="0"/>
              <a:t> </a:t>
            </a:r>
            <a:r>
              <a:rPr lang="nl-NL" sz="1000" dirty="0" err="1"/>
              <a:t>left</a:t>
            </a:r>
            <a:r>
              <a:rPr lang="nl-NL" sz="1000" dirty="0"/>
              <a:t> or right, </a:t>
            </a:r>
            <a:r>
              <a:rPr lang="nl-NL" sz="1000" dirty="0" err="1"/>
              <a:t>then</a:t>
            </a:r>
            <a:r>
              <a:rPr lang="nl-NL" sz="1000" dirty="0"/>
              <a:t> in </a:t>
            </a:r>
            <a:r>
              <a:rPr lang="nl-NL" sz="1000" dirty="0" err="1"/>
              <a:t>the</a:t>
            </a:r>
            <a:r>
              <a:rPr lang="nl-NL" sz="1000" dirty="0"/>
              <a:t> rest of </a:t>
            </a:r>
            <a:r>
              <a:rPr lang="nl-NL" sz="1000" dirty="0" err="1"/>
              <a:t>the</a:t>
            </a:r>
            <a:r>
              <a:rPr lang="nl-NL" sz="1000" dirty="0"/>
              <a:t> form </a:t>
            </a:r>
            <a:r>
              <a:rPr lang="nl-NL" sz="1000" dirty="0" err="1"/>
              <a:t>it</a:t>
            </a:r>
            <a:r>
              <a:rPr lang="nl-NL" sz="1000" dirty="0"/>
              <a:t> </a:t>
            </a:r>
            <a:r>
              <a:rPr lang="nl-NL" sz="1000" dirty="0" err="1"/>
              <a:t>needs</a:t>
            </a:r>
            <a:r>
              <a:rPr lang="nl-NL" sz="1000" dirty="0"/>
              <a:t> </a:t>
            </a:r>
            <a:r>
              <a:rPr lang="nl-NL" sz="1000" dirty="0" err="1"/>
              <a:t>to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only</a:t>
            </a:r>
            <a:r>
              <a:rPr lang="nl-NL" sz="1000" dirty="0"/>
              <a:t> </a:t>
            </a:r>
            <a:r>
              <a:rPr lang="nl-NL" sz="1000" dirty="0" err="1"/>
              <a:t>that</a:t>
            </a:r>
            <a:r>
              <a:rPr lang="nl-NL" sz="1000" dirty="0"/>
              <a:t> side. 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8B7835C1-26B4-2BB4-10A3-B116AA2DC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80" y="250658"/>
            <a:ext cx="5641318" cy="4300984"/>
          </a:xfrm>
          <a:prstGeom prst="rect">
            <a:avLst/>
          </a:prstGeom>
        </p:spPr>
      </p:pic>
      <p:sp>
        <p:nvSpPr>
          <p:cNvPr id="22" name="Tekstvak 21">
            <a:extLst>
              <a:ext uri="{FF2B5EF4-FFF2-40B4-BE49-F238E27FC236}">
                <a16:creationId xmlns:a16="http://schemas.microsoft.com/office/drawing/2014/main" id="{0D6E27E2-1167-3D3F-28D6-F001FB56D3C0}"/>
              </a:ext>
            </a:extLst>
          </p:cNvPr>
          <p:cNvSpPr txBox="1"/>
          <p:nvPr/>
        </p:nvSpPr>
        <p:spPr>
          <a:xfrm>
            <a:off x="6891271" y="5039032"/>
            <a:ext cx="4247536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Start </a:t>
            </a:r>
            <a:r>
              <a:rPr lang="nl-NL" sz="1000" dirty="0" err="1"/>
              <a:t>this</a:t>
            </a:r>
            <a:r>
              <a:rPr lang="nl-NL" sz="1000" dirty="0"/>
              <a:t> page </a:t>
            </a:r>
            <a:r>
              <a:rPr lang="nl-NL" sz="1000" dirty="0" err="1"/>
              <a:t>with</a:t>
            </a:r>
            <a:r>
              <a:rPr lang="nl-NL" sz="1000" dirty="0"/>
              <a:t> </a:t>
            </a:r>
            <a:r>
              <a:rPr lang="nl-NL" sz="1000" dirty="0" err="1"/>
              <a:t>all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tabs </a:t>
            </a:r>
            <a:r>
              <a:rPr lang="nl-NL" sz="1000" dirty="0" err="1"/>
              <a:t>closed</a:t>
            </a:r>
            <a:endParaRPr lang="nl-NL" sz="1000" dirty="0"/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E1C9EAAC-9B67-D5CE-3236-1108C5F3E1E2}"/>
              </a:ext>
            </a:extLst>
          </p:cNvPr>
          <p:cNvSpPr/>
          <p:nvPr/>
        </p:nvSpPr>
        <p:spPr>
          <a:xfrm>
            <a:off x="6194380" y="250658"/>
            <a:ext cx="5641318" cy="44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6" name="Rechte verbindingslijn 25">
            <a:extLst>
              <a:ext uri="{FF2B5EF4-FFF2-40B4-BE49-F238E27FC236}">
                <a16:creationId xmlns:a16="http://schemas.microsoft.com/office/drawing/2014/main" id="{2139EFC0-A7CE-2EFA-8186-1DBA590A3009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>
            <a:off x="9015039" y="4650658"/>
            <a:ext cx="0" cy="3883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906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7FCE3-A94A-C5C8-5D6E-8F57548A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94769087-2DD8-4BA1-7E55-5E7A38D07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38" y="187285"/>
            <a:ext cx="1806097" cy="426757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377B30BA-BA15-AC2E-90DC-F3C8C888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03" y="1521759"/>
            <a:ext cx="1524132" cy="1463167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7EC56F7E-925E-5DA3-898C-0F2CF05D5DAC}"/>
              </a:ext>
            </a:extLst>
          </p:cNvPr>
          <p:cNvSpPr/>
          <p:nvPr/>
        </p:nvSpPr>
        <p:spPr>
          <a:xfrm>
            <a:off x="560496" y="1445343"/>
            <a:ext cx="1524132" cy="153958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820B2097-A192-DD23-D961-79884EEE3493}"/>
              </a:ext>
            </a:extLst>
          </p:cNvPr>
          <p:cNvSpPr/>
          <p:nvPr/>
        </p:nvSpPr>
        <p:spPr>
          <a:xfrm>
            <a:off x="716104" y="1769805"/>
            <a:ext cx="1230684" cy="2458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EF21D262-FEC0-DA86-5036-42A01720BCE1}"/>
              </a:ext>
            </a:extLst>
          </p:cNvPr>
          <p:cNvSpPr txBox="1"/>
          <p:nvPr/>
        </p:nvSpPr>
        <p:spPr>
          <a:xfrm>
            <a:off x="2295836" y="1769805"/>
            <a:ext cx="1243781" cy="2458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Delete</a:t>
            </a:r>
          </a:p>
        </p:txBody>
      </p: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2FB3CE81-9B4B-84A8-400E-65A1A6C572E1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1946788" y="1892709"/>
            <a:ext cx="3490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1C4CAEDC-E2B7-098E-0133-FC607ED7E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239" y="878580"/>
            <a:ext cx="4912983" cy="2126022"/>
          </a:xfrm>
          <a:prstGeom prst="rect">
            <a:avLst/>
          </a:prstGeom>
        </p:spPr>
      </p:pic>
      <p:sp>
        <p:nvSpPr>
          <p:cNvPr id="32" name="Rechthoek 31">
            <a:extLst>
              <a:ext uri="{FF2B5EF4-FFF2-40B4-BE49-F238E27FC236}">
                <a16:creationId xmlns:a16="http://schemas.microsoft.com/office/drawing/2014/main" id="{C095D7E0-3C80-40A4-8A4C-F3D20E10343C}"/>
              </a:ext>
            </a:extLst>
          </p:cNvPr>
          <p:cNvSpPr/>
          <p:nvPr/>
        </p:nvSpPr>
        <p:spPr>
          <a:xfrm>
            <a:off x="6145239" y="797718"/>
            <a:ext cx="5024227" cy="228960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8717E174-703D-3677-B5F1-0683A3217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17" y="4103501"/>
            <a:ext cx="3833888" cy="2317040"/>
          </a:xfrm>
          <a:prstGeom prst="rect">
            <a:avLst/>
          </a:prstGeom>
        </p:spPr>
      </p:pic>
      <p:sp>
        <p:nvSpPr>
          <p:cNvPr id="36" name="Rechthoek 35">
            <a:extLst>
              <a:ext uri="{FF2B5EF4-FFF2-40B4-BE49-F238E27FC236}">
                <a16:creationId xmlns:a16="http://schemas.microsoft.com/office/drawing/2014/main" id="{C8775882-34AF-137B-0EB0-BD06BFC30EB5}"/>
              </a:ext>
            </a:extLst>
          </p:cNvPr>
          <p:cNvSpPr/>
          <p:nvPr/>
        </p:nvSpPr>
        <p:spPr>
          <a:xfrm>
            <a:off x="542970" y="4066951"/>
            <a:ext cx="4122428" cy="228960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B79AEA9E-17E3-F884-F66A-FD4EA712BF57}"/>
              </a:ext>
            </a:extLst>
          </p:cNvPr>
          <p:cNvSpPr/>
          <p:nvPr/>
        </p:nvSpPr>
        <p:spPr>
          <a:xfrm>
            <a:off x="780015" y="4114806"/>
            <a:ext cx="724320" cy="124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1DE3F549-8B29-CB74-A109-6FA47B6ECFE1}"/>
              </a:ext>
            </a:extLst>
          </p:cNvPr>
          <p:cNvSpPr txBox="1"/>
          <p:nvPr/>
        </p:nvSpPr>
        <p:spPr>
          <a:xfrm>
            <a:off x="291685" y="3717459"/>
            <a:ext cx="1700979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Last </a:t>
            </a:r>
            <a:r>
              <a:rPr lang="nl-NL" sz="1000" dirty="0" err="1"/>
              <a:t>measurements</a:t>
            </a:r>
            <a:endParaRPr lang="nl-NL" sz="1000" dirty="0"/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5D3972DE-7E27-EABC-48F4-60F25EE56905}"/>
              </a:ext>
            </a:extLst>
          </p:cNvPr>
          <p:cNvCxnSpPr>
            <a:cxnSpLocks/>
            <a:stCxn id="38" idx="0"/>
            <a:endCxn id="40" idx="2"/>
          </p:cNvCxnSpPr>
          <p:nvPr/>
        </p:nvCxnSpPr>
        <p:spPr>
          <a:xfrm flipV="1">
            <a:off x="1142175" y="3963680"/>
            <a:ext cx="0" cy="151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kstvak 46">
            <a:extLst>
              <a:ext uri="{FF2B5EF4-FFF2-40B4-BE49-F238E27FC236}">
                <a16:creationId xmlns:a16="http://schemas.microsoft.com/office/drawing/2014/main" id="{A3A76EB6-38B7-EA27-CD00-60E98E2000F1}"/>
              </a:ext>
            </a:extLst>
          </p:cNvPr>
          <p:cNvSpPr txBox="1"/>
          <p:nvPr/>
        </p:nvSpPr>
        <p:spPr>
          <a:xfrm>
            <a:off x="7751240" y="277840"/>
            <a:ext cx="1700979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Requird</a:t>
            </a:r>
            <a:r>
              <a:rPr lang="nl-NL" sz="1000" dirty="0"/>
              <a:t> field</a:t>
            </a:r>
          </a:p>
        </p:txBody>
      </p:sp>
      <p:sp>
        <p:nvSpPr>
          <p:cNvPr id="49" name="Rechthoek 48">
            <a:extLst>
              <a:ext uri="{FF2B5EF4-FFF2-40B4-BE49-F238E27FC236}">
                <a16:creationId xmlns:a16="http://schemas.microsoft.com/office/drawing/2014/main" id="{90F5DA1C-2F99-322A-76BE-7C07E8D88C24}"/>
              </a:ext>
            </a:extLst>
          </p:cNvPr>
          <p:cNvSpPr/>
          <p:nvPr/>
        </p:nvSpPr>
        <p:spPr>
          <a:xfrm>
            <a:off x="6187898" y="888412"/>
            <a:ext cx="724320" cy="124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1" name="Rechthoek 50">
            <a:extLst>
              <a:ext uri="{FF2B5EF4-FFF2-40B4-BE49-F238E27FC236}">
                <a16:creationId xmlns:a16="http://schemas.microsoft.com/office/drawing/2014/main" id="{1A3DE8B9-0AE2-59F0-CAB0-982F3B7AC168}"/>
              </a:ext>
            </a:extLst>
          </p:cNvPr>
          <p:cNvSpPr/>
          <p:nvPr/>
        </p:nvSpPr>
        <p:spPr>
          <a:xfrm>
            <a:off x="6192816" y="1375112"/>
            <a:ext cx="724320" cy="124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2" name="Rechte verbindingslijn 51">
            <a:extLst>
              <a:ext uri="{FF2B5EF4-FFF2-40B4-BE49-F238E27FC236}">
                <a16:creationId xmlns:a16="http://schemas.microsoft.com/office/drawing/2014/main" id="{B65C3A90-A7AA-B6A7-B142-C2D8817E020D}"/>
              </a:ext>
            </a:extLst>
          </p:cNvPr>
          <p:cNvCxnSpPr>
            <a:cxnSpLocks/>
            <a:stCxn id="49" idx="3"/>
            <a:endCxn id="47" idx="2"/>
          </p:cNvCxnSpPr>
          <p:nvPr/>
        </p:nvCxnSpPr>
        <p:spPr>
          <a:xfrm flipV="1">
            <a:off x="6912218" y="524061"/>
            <a:ext cx="1689512" cy="426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chte verbindingslijn 54">
            <a:extLst>
              <a:ext uri="{FF2B5EF4-FFF2-40B4-BE49-F238E27FC236}">
                <a16:creationId xmlns:a16="http://schemas.microsoft.com/office/drawing/2014/main" id="{734EA3A2-CDAA-ED9C-FBC9-E703AC6B61FA}"/>
              </a:ext>
            </a:extLst>
          </p:cNvPr>
          <p:cNvCxnSpPr>
            <a:cxnSpLocks/>
            <a:stCxn id="51" idx="3"/>
            <a:endCxn id="47" idx="2"/>
          </p:cNvCxnSpPr>
          <p:nvPr/>
        </p:nvCxnSpPr>
        <p:spPr>
          <a:xfrm flipV="1">
            <a:off x="6917136" y="524061"/>
            <a:ext cx="1684594" cy="913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Afbeelding 58">
            <a:extLst>
              <a:ext uri="{FF2B5EF4-FFF2-40B4-BE49-F238E27FC236}">
                <a16:creationId xmlns:a16="http://schemas.microsoft.com/office/drawing/2014/main" id="{993F0F16-32AE-5E4A-CB93-854A235C1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063" y="3770679"/>
            <a:ext cx="4760400" cy="2289604"/>
          </a:xfrm>
          <a:prstGeom prst="rect">
            <a:avLst/>
          </a:prstGeom>
        </p:spPr>
      </p:pic>
      <p:sp>
        <p:nvSpPr>
          <p:cNvPr id="61" name="Rechthoek 60">
            <a:extLst>
              <a:ext uri="{FF2B5EF4-FFF2-40B4-BE49-F238E27FC236}">
                <a16:creationId xmlns:a16="http://schemas.microsoft.com/office/drawing/2014/main" id="{FAA4309E-4048-8461-5F6F-15A1760A1F3B}"/>
              </a:ext>
            </a:extLst>
          </p:cNvPr>
          <p:cNvSpPr/>
          <p:nvPr/>
        </p:nvSpPr>
        <p:spPr>
          <a:xfrm>
            <a:off x="6033995" y="3770679"/>
            <a:ext cx="5024227" cy="228960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EB29812B-E577-CBDC-CA75-3ECEDBB0A4F0}"/>
              </a:ext>
            </a:extLst>
          </p:cNvPr>
          <p:cNvSpPr txBox="1"/>
          <p:nvPr/>
        </p:nvSpPr>
        <p:spPr>
          <a:xfrm>
            <a:off x="4566002" y="3138805"/>
            <a:ext cx="3968111" cy="5539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When</a:t>
            </a:r>
            <a:r>
              <a:rPr lang="nl-NL" sz="1000" dirty="0"/>
              <a:t> last </a:t>
            </a:r>
            <a:r>
              <a:rPr lang="nl-NL" sz="1000" dirty="0" err="1"/>
              <a:t>height</a:t>
            </a:r>
            <a:r>
              <a:rPr lang="nl-NL" sz="1000" dirty="0"/>
              <a:t> is </a:t>
            </a:r>
            <a:r>
              <a:rPr lang="nl-NL" sz="1000" dirty="0" err="1"/>
              <a:t>indicated</a:t>
            </a:r>
            <a:r>
              <a:rPr lang="nl-NL" sz="1000" dirty="0"/>
              <a:t> at 100mm </a:t>
            </a:r>
            <a:r>
              <a:rPr lang="nl-NL" sz="1000" dirty="0" err="1"/>
              <a:t>then</a:t>
            </a:r>
            <a:r>
              <a:rPr lang="nl-NL" sz="1000" dirty="0"/>
              <a:t> </a:t>
            </a:r>
            <a:r>
              <a:rPr lang="nl-NL" sz="1000" dirty="0" err="1"/>
              <a:t>that</a:t>
            </a:r>
            <a:r>
              <a:rPr lang="nl-NL" sz="1000" dirty="0"/>
              <a:t> is a </a:t>
            </a:r>
            <a:r>
              <a:rPr lang="nl-NL" sz="1000" dirty="0" err="1"/>
              <a:t>required</a:t>
            </a:r>
            <a:r>
              <a:rPr lang="nl-NL" sz="1000" dirty="0"/>
              <a:t> field (in last </a:t>
            </a:r>
            <a:r>
              <a:rPr lang="nl-NL" sz="1000" dirty="0" err="1"/>
              <a:t>and</a:t>
            </a:r>
            <a:r>
              <a:rPr lang="nl-NL" sz="1000" dirty="0"/>
              <a:t>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  <a:r>
              <a:rPr lang="nl-NL" sz="1000" dirty="0" err="1"/>
              <a:t>circumference</a:t>
            </a:r>
            <a:r>
              <a:rPr lang="nl-NL" sz="1000" dirty="0"/>
              <a:t>) </a:t>
            </a:r>
          </a:p>
          <a:p>
            <a:r>
              <a:rPr lang="nl-NL" sz="1000" dirty="0"/>
              <a:t>Same </a:t>
            </a:r>
            <a:r>
              <a:rPr lang="nl-NL" sz="1000" dirty="0" err="1"/>
              <a:t>for</a:t>
            </a:r>
            <a:r>
              <a:rPr lang="nl-NL" sz="1000" dirty="0"/>
              <a:t> last </a:t>
            </a:r>
            <a:r>
              <a:rPr lang="nl-NL" sz="1000" dirty="0" err="1"/>
              <a:t>height</a:t>
            </a:r>
            <a:r>
              <a:rPr lang="nl-NL" sz="1000" dirty="0"/>
              <a:t>: 150mm, 200mm, 250, 300, 350</a:t>
            </a:r>
          </a:p>
        </p:txBody>
      </p:sp>
      <p:sp>
        <p:nvSpPr>
          <p:cNvPr id="65" name="Tekstvak 64">
            <a:extLst>
              <a:ext uri="{FF2B5EF4-FFF2-40B4-BE49-F238E27FC236}">
                <a16:creationId xmlns:a16="http://schemas.microsoft.com/office/drawing/2014/main" id="{1D9D60E2-9844-B70C-319D-EB88BAB7D620}"/>
              </a:ext>
            </a:extLst>
          </p:cNvPr>
          <p:cNvSpPr txBox="1"/>
          <p:nvPr/>
        </p:nvSpPr>
        <p:spPr>
          <a:xfrm>
            <a:off x="11190531" y="4893714"/>
            <a:ext cx="904504" cy="861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Extend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: </a:t>
            </a:r>
          </a:p>
          <a:p>
            <a:r>
              <a:rPr lang="nl-NL" sz="1000" dirty="0"/>
              <a:t>120mm</a:t>
            </a:r>
          </a:p>
          <a:p>
            <a:r>
              <a:rPr lang="nl-NL" sz="1000" dirty="0"/>
              <a:t>220mm</a:t>
            </a:r>
          </a:p>
          <a:p>
            <a:r>
              <a:rPr lang="nl-NL" sz="1000" dirty="0"/>
              <a:t>300mm</a:t>
            </a:r>
          </a:p>
          <a:p>
            <a:r>
              <a:rPr lang="nl-NL" sz="1000" dirty="0"/>
              <a:t>350mm</a:t>
            </a:r>
          </a:p>
        </p:txBody>
      </p:sp>
      <p:sp>
        <p:nvSpPr>
          <p:cNvPr id="67" name="Rechthoek 66">
            <a:extLst>
              <a:ext uri="{FF2B5EF4-FFF2-40B4-BE49-F238E27FC236}">
                <a16:creationId xmlns:a16="http://schemas.microsoft.com/office/drawing/2014/main" id="{C3C1F4F5-B049-69E4-7117-7D141AB55D66}"/>
              </a:ext>
            </a:extLst>
          </p:cNvPr>
          <p:cNvSpPr/>
          <p:nvPr/>
        </p:nvSpPr>
        <p:spPr>
          <a:xfrm>
            <a:off x="9360309" y="5011698"/>
            <a:ext cx="393290" cy="6320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Tekstvak 70">
            <a:extLst>
              <a:ext uri="{FF2B5EF4-FFF2-40B4-BE49-F238E27FC236}">
                <a16:creationId xmlns:a16="http://schemas.microsoft.com/office/drawing/2014/main" id="{BE4B6AE2-E1B5-1B5B-374D-299F4BA49094}"/>
              </a:ext>
            </a:extLst>
          </p:cNvPr>
          <p:cNvSpPr txBox="1"/>
          <p:nvPr/>
        </p:nvSpPr>
        <p:spPr>
          <a:xfrm>
            <a:off x="8727556" y="3157607"/>
            <a:ext cx="1700979" cy="5539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Write as mm </a:t>
            </a:r>
            <a:r>
              <a:rPr lang="nl-NL" sz="1000" dirty="0" err="1"/>
              <a:t>not</a:t>
            </a:r>
            <a:r>
              <a:rPr lang="nl-NL" sz="1000" dirty="0"/>
              <a:t> as cm (</a:t>
            </a:r>
            <a:r>
              <a:rPr lang="nl-NL" sz="1000" dirty="0" err="1"/>
              <a:t>this</a:t>
            </a:r>
            <a:r>
              <a:rPr lang="nl-NL" sz="1000" dirty="0"/>
              <a:t> is standard </a:t>
            </a:r>
            <a:r>
              <a:rPr lang="nl-NL" sz="1000" dirty="0" err="1"/>
              <a:t>throughout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whole</a:t>
            </a:r>
            <a:r>
              <a:rPr lang="nl-NL" sz="1000" dirty="0"/>
              <a:t> form)</a:t>
            </a:r>
          </a:p>
        </p:txBody>
      </p:sp>
      <p:cxnSp>
        <p:nvCxnSpPr>
          <p:cNvPr id="72" name="Rechte verbindingslijn 71">
            <a:extLst>
              <a:ext uri="{FF2B5EF4-FFF2-40B4-BE49-F238E27FC236}">
                <a16:creationId xmlns:a16="http://schemas.microsoft.com/office/drawing/2014/main" id="{7D3C9319-33C6-4C93-B443-C1D45F55DF95}"/>
              </a:ext>
            </a:extLst>
          </p:cNvPr>
          <p:cNvCxnSpPr>
            <a:cxnSpLocks/>
            <a:stCxn id="67" idx="0"/>
            <a:endCxn id="71" idx="2"/>
          </p:cNvCxnSpPr>
          <p:nvPr/>
        </p:nvCxnSpPr>
        <p:spPr>
          <a:xfrm flipV="1">
            <a:off x="9556954" y="3711605"/>
            <a:ext cx="21092" cy="1300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Rechte verbindingslijn 74">
            <a:extLst>
              <a:ext uri="{FF2B5EF4-FFF2-40B4-BE49-F238E27FC236}">
                <a16:creationId xmlns:a16="http://schemas.microsoft.com/office/drawing/2014/main" id="{BE7C01CD-D40E-6ABE-7464-B6431AA28D80}"/>
              </a:ext>
            </a:extLst>
          </p:cNvPr>
          <p:cNvCxnSpPr>
            <a:cxnSpLocks/>
            <a:stCxn id="67" idx="3"/>
            <a:endCxn id="65" idx="1"/>
          </p:cNvCxnSpPr>
          <p:nvPr/>
        </p:nvCxnSpPr>
        <p:spPr>
          <a:xfrm flipV="1">
            <a:off x="9753599" y="5324601"/>
            <a:ext cx="1436932" cy="31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Rechte verbindingslijn 80">
            <a:extLst>
              <a:ext uri="{FF2B5EF4-FFF2-40B4-BE49-F238E27FC236}">
                <a16:creationId xmlns:a16="http://schemas.microsoft.com/office/drawing/2014/main" id="{86A7E643-DCCB-C098-1B67-CB31192A088C}"/>
              </a:ext>
            </a:extLst>
          </p:cNvPr>
          <p:cNvCxnSpPr>
            <a:cxnSpLocks/>
            <a:stCxn id="49" idx="2"/>
            <a:endCxn id="63" idx="0"/>
          </p:cNvCxnSpPr>
          <p:nvPr/>
        </p:nvCxnSpPr>
        <p:spPr>
          <a:xfrm>
            <a:off x="6550058" y="1012621"/>
            <a:ext cx="0" cy="21261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kstvak 84">
            <a:extLst>
              <a:ext uri="{FF2B5EF4-FFF2-40B4-BE49-F238E27FC236}">
                <a16:creationId xmlns:a16="http://schemas.microsoft.com/office/drawing/2014/main" id="{14B03EA0-080B-D1AB-9944-7BA97F6F371A}"/>
              </a:ext>
            </a:extLst>
          </p:cNvPr>
          <p:cNvSpPr txBox="1"/>
          <p:nvPr/>
        </p:nvSpPr>
        <p:spPr>
          <a:xfrm>
            <a:off x="4971966" y="6400953"/>
            <a:ext cx="1397012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Extend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: 100mm</a:t>
            </a:r>
          </a:p>
        </p:txBody>
      </p:sp>
      <p:cxnSp>
        <p:nvCxnSpPr>
          <p:cNvPr id="86" name="Rechte verbindingslijn 85">
            <a:extLst>
              <a:ext uri="{FF2B5EF4-FFF2-40B4-BE49-F238E27FC236}">
                <a16:creationId xmlns:a16="http://schemas.microsoft.com/office/drawing/2014/main" id="{0B88A1D9-9CAD-A353-FCA4-AB911B537FA8}"/>
              </a:ext>
            </a:extLst>
          </p:cNvPr>
          <p:cNvCxnSpPr>
            <a:cxnSpLocks/>
            <a:stCxn id="85" idx="0"/>
          </p:cNvCxnSpPr>
          <p:nvPr/>
        </p:nvCxnSpPr>
        <p:spPr>
          <a:xfrm flipV="1">
            <a:off x="5670472" y="6060282"/>
            <a:ext cx="879586" cy="340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kstvak 89">
            <a:extLst>
              <a:ext uri="{FF2B5EF4-FFF2-40B4-BE49-F238E27FC236}">
                <a16:creationId xmlns:a16="http://schemas.microsoft.com/office/drawing/2014/main" id="{D0419227-D744-53DB-3927-4F521E80BDCC}"/>
              </a:ext>
            </a:extLst>
          </p:cNvPr>
          <p:cNvSpPr txBox="1"/>
          <p:nvPr/>
        </p:nvSpPr>
        <p:spPr>
          <a:xfrm>
            <a:off x="4129677" y="132166"/>
            <a:ext cx="1700979" cy="16312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Make </a:t>
            </a:r>
            <a:r>
              <a:rPr lang="nl-NL" sz="1000" dirty="0" err="1"/>
              <a:t>dropdown</a:t>
            </a:r>
            <a:r>
              <a:rPr lang="nl-NL" sz="1000" dirty="0"/>
              <a:t> menu:</a:t>
            </a:r>
          </a:p>
          <a:p>
            <a:r>
              <a:rPr lang="nl-NL" sz="1000" dirty="0"/>
              <a:t>Low last</a:t>
            </a:r>
          </a:p>
          <a:p>
            <a:r>
              <a:rPr lang="nl-NL" sz="1000" dirty="0"/>
              <a:t>100mm</a:t>
            </a:r>
          </a:p>
          <a:p>
            <a:r>
              <a:rPr lang="nl-NL" sz="1000" dirty="0"/>
              <a:t>120mm</a:t>
            </a:r>
          </a:p>
          <a:p>
            <a:r>
              <a:rPr lang="nl-NL" sz="1000" dirty="0"/>
              <a:t>150mm</a:t>
            </a:r>
          </a:p>
          <a:p>
            <a:r>
              <a:rPr lang="nl-NL" sz="1000" dirty="0"/>
              <a:t>200mm</a:t>
            </a:r>
          </a:p>
          <a:p>
            <a:r>
              <a:rPr lang="nl-NL" sz="1000" dirty="0"/>
              <a:t>220mm</a:t>
            </a:r>
          </a:p>
          <a:p>
            <a:r>
              <a:rPr lang="nl-NL" sz="1000" dirty="0"/>
              <a:t>250mm</a:t>
            </a:r>
          </a:p>
          <a:p>
            <a:r>
              <a:rPr lang="nl-NL" sz="1000" dirty="0"/>
              <a:t>300mm</a:t>
            </a:r>
          </a:p>
          <a:p>
            <a:r>
              <a:rPr lang="nl-NL" sz="1000" dirty="0"/>
              <a:t>350mm</a:t>
            </a:r>
          </a:p>
        </p:txBody>
      </p:sp>
      <p:cxnSp>
        <p:nvCxnSpPr>
          <p:cNvPr id="91" name="Rechte verbindingslijn 90">
            <a:extLst>
              <a:ext uri="{FF2B5EF4-FFF2-40B4-BE49-F238E27FC236}">
                <a16:creationId xmlns:a16="http://schemas.microsoft.com/office/drawing/2014/main" id="{80305E44-BE61-AF4B-F3A1-636C250A918E}"/>
              </a:ext>
            </a:extLst>
          </p:cNvPr>
          <p:cNvCxnSpPr>
            <a:cxnSpLocks/>
            <a:stCxn id="90" idx="3"/>
            <a:endCxn id="49" idx="1"/>
          </p:cNvCxnSpPr>
          <p:nvPr/>
        </p:nvCxnSpPr>
        <p:spPr>
          <a:xfrm>
            <a:off x="5830656" y="947774"/>
            <a:ext cx="357242" cy="27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72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753572E6-816F-68B3-7A65-4E8129C2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40" y="1356103"/>
            <a:ext cx="4343776" cy="2987299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6CC891BB-8D87-1D84-09A6-460E02CE2111}"/>
              </a:ext>
            </a:extLst>
          </p:cNvPr>
          <p:cNvSpPr/>
          <p:nvPr/>
        </p:nvSpPr>
        <p:spPr>
          <a:xfrm>
            <a:off x="542970" y="1356103"/>
            <a:ext cx="4122428" cy="298729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B0C4034-1269-0F1E-FEF0-7FB6B93F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64" y="4896806"/>
            <a:ext cx="2072820" cy="662997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B7E11A31-9BEF-2B07-F116-FB98F53F45AC}"/>
              </a:ext>
            </a:extLst>
          </p:cNvPr>
          <p:cNvSpPr/>
          <p:nvPr/>
        </p:nvSpPr>
        <p:spPr>
          <a:xfrm>
            <a:off x="531363" y="4896806"/>
            <a:ext cx="1922193" cy="5699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686B032A-20D7-E127-33DC-7DF93A5915F0}"/>
              </a:ext>
            </a:extLst>
          </p:cNvPr>
          <p:cNvSpPr txBox="1"/>
          <p:nvPr/>
        </p:nvSpPr>
        <p:spPr>
          <a:xfrm>
            <a:off x="3034386" y="4750885"/>
            <a:ext cx="3968111" cy="861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If</a:t>
            </a:r>
            <a:r>
              <a:rPr lang="nl-NL" sz="1000" dirty="0"/>
              <a:t> box is </a:t>
            </a:r>
            <a:r>
              <a:rPr lang="nl-NL" sz="1000" dirty="0" err="1"/>
              <a:t>checked</a:t>
            </a:r>
            <a:r>
              <a:rPr lang="nl-NL" sz="1000" dirty="0"/>
              <a:t> </a:t>
            </a:r>
            <a:r>
              <a:rPr lang="nl-NL" sz="1000" dirty="0" err="1"/>
              <a:t>then</a:t>
            </a:r>
            <a:r>
              <a:rPr lang="nl-NL" sz="1000" dirty="0"/>
              <a:t> </a:t>
            </a:r>
            <a:r>
              <a:rPr lang="nl-NL" sz="1000" dirty="0" err="1"/>
              <a:t>give</a:t>
            </a:r>
            <a:r>
              <a:rPr lang="nl-NL" sz="1000" dirty="0"/>
              <a:t> option </a:t>
            </a:r>
            <a:r>
              <a:rPr lang="nl-NL" sz="1000" dirty="0" err="1"/>
              <a:t>for</a:t>
            </a:r>
            <a:r>
              <a:rPr lang="nl-NL" sz="1000" dirty="0"/>
              <a:t>: </a:t>
            </a:r>
          </a:p>
          <a:p>
            <a:pPr marL="171450" indent="-171450">
              <a:buFontTx/>
              <a:buChar char="-"/>
            </a:pPr>
            <a:r>
              <a:rPr lang="nl-NL" sz="1000" dirty="0"/>
              <a:t>Fitting </a:t>
            </a:r>
            <a:r>
              <a:rPr lang="nl-NL" sz="1000" dirty="0" err="1"/>
              <a:t>shoe</a:t>
            </a:r>
            <a:r>
              <a:rPr lang="nl-NL" sz="1000" dirty="0"/>
              <a:t> of last</a:t>
            </a:r>
          </a:p>
          <a:p>
            <a:pPr marL="171450" indent="-171450">
              <a:buFontTx/>
              <a:buChar char="-"/>
            </a:pPr>
            <a:r>
              <a:rPr lang="nl-NL" sz="1000" dirty="0"/>
              <a:t>Fitting </a:t>
            </a:r>
            <a:r>
              <a:rPr lang="nl-NL" sz="1000" dirty="0" err="1"/>
              <a:t>shoe</a:t>
            </a:r>
            <a:r>
              <a:rPr lang="nl-NL" sz="1000" dirty="0"/>
              <a:t> </a:t>
            </a:r>
            <a:r>
              <a:rPr lang="nl-NL" sz="1000" dirty="0" err="1"/>
              <a:t>including</a:t>
            </a:r>
            <a:r>
              <a:rPr lang="nl-NL" sz="1000" dirty="0"/>
              <a:t> supplement. (</a:t>
            </a:r>
            <a:r>
              <a:rPr lang="nl-NL" sz="1000" dirty="0" err="1"/>
              <a:t>when</a:t>
            </a:r>
            <a:r>
              <a:rPr lang="nl-NL" sz="1000" dirty="0"/>
              <a:t> </a:t>
            </a:r>
            <a:r>
              <a:rPr lang="nl-NL" sz="1000" dirty="0" err="1"/>
              <a:t>checked</a:t>
            </a:r>
            <a:r>
              <a:rPr lang="nl-NL" sz="1000" dirty="0"/>
              <a:t>, supplement form is </a:t>
            </a:r>
            <a:r>
              <a:rPr lang="nl-NL" sz="1000" dirty="0" err="1"/>
              <a:t>required</a:t>
            </a:r>
            <a:r>
              <a:rPr lang="nl-NL" sz="1000" dirty="0"/>
              <a:t>)</a:t>
            </a:r>
          </a:p>
          <a:p>
            <a:endParaRPr lang="nl-NL" sz="1000" dirty="0"/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BB574BF2-9F75-5729-63DD-217B7C716E1F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>
            <a:off x="2453556" y="5181772"/>
            <a:ext cx="5808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F3E747B8-5EE8-99E9-5DDA-BC9C0A2E1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504" y="1356103"/>
            <a:ext cx="4778154" cy="1691787"/>
          </a:xfrm>
          <a:prstGeom prst="rect">
            <a:avLst/>
          </a:prstGeom>
        </p:spPr>
      </p:pic>
      <p:sp>
        <p:nvSpPr>
          <p:cNvPr id="21" name="Rechthoek 20">
            <a:extLst>
              <a:ext uri="{FF2B5EF4-FFF2-40B4-BE49-F238E27FC236}">
                <a16:creationId xmlns:a16="http://schemas.microsoft.com/office/drawing/2014/main" id="{8889C4DA-0B85-F963-1210-A06E507DD221}"/>
              </a:ext>
            </a:extLst>
          </p:cNvPr>
          <p:cNvSpPr/>
          <p:nvPr/>
        </p:nvSpPr>
        <p:spPr>
          <a:xfrm>
            <a:off x="6096000" y="1268373"/>
            <a:ext cx="4699658" cy="177951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71C56B21-466A-BE6D-A9E5-88E137E0AD23}"/>
              </a:ext>
            </a:extLst>
          </p:cNvPr>
          <p:cNvSpPr txBox="1"/>
          <p:nvPr/>
        </p:nvSpPr>
        <p:spPr>
          <a:xfrm>
            <a:off x="7665234" y="3281957"/>
            <a:ext cx="1561350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Not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correct </a:t>
            </a:r>
            <a:r>
              <a:rPr lang="nl-NL" sz="1000" dirty="0" err="1"/>
              <a:t>drawings</a:t>
            </a:r>
            <a:r>
              <a:rPr lang="nl-NL" sz="1000" dirty="0"/>
              <a:t> </a:t>
            </a:r>
          </a:p>
          <a:p>
            <a:endParaRPr lang="nl-NL" sz="1000" dirty="0"/>
          </a:p>
        </p:txBody>
      </p: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BEFCFA51-86B9-6088-808B-084C0B9DF1FD}"/>
              </a:ext>
            </a:extLst>
          </p:cNvPr>
          <p:cNvCxnSpPr>
            <a:cxnSpLocks/>
            <a:stCxn id="23" idx="0"/>
            <a:endCxn id="21" idx="2"/>
          </p:cNvCxnSpPr>
          <p:nvPr/>
        </p:nvCxnSpPr>
        <p:spPr>
          <a:xfrm flipH="1" flipV="1">
            <a:off x="8445829" y="3047890"/>
            <a:ext cx="80" cy="2340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Afbeelding 28">
            <a:extLst>
              <a:ext uri="{FF2B5EF4-FFF2-40B4-BE49-F238E27FC236}">
                <a16:creationId xmlns:a16="http://schemas.microsoft.com/office/drawing/2014/main" id="{F3B4EC7C-4D39-F8BF-0109-01F7F1743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327" y="3947209"/>
            <a:ext cx="2987299" cy="815411"/>
          </a:xfrm>
          <a:prstGeom prst="rect">
            <a:avLst/>
          </a:prstGeom>
        </p:spPr>
      </p:pic>
      <p:sp>
        <p:nvSpPr>
          <p:cNvPr id="31" name="Rechthoek 30">
            <a:extLst>
              <a:ext uri="{FF2B5EF4-FFF2-40B4-BE49-F238E27FC236}">
                <a16:creationId xmlns:a16="http://schemas.microsoft.com/office/drawing/2014/main" id="{E75154E8-73B4-9260-2F37-E23ED93D23D5}"/>
              </a:ext>
            </a:extLst>
          </p:cNvPr>
          <p:cNvSpPr/>
          <p:nvPr/>
        </p:nvSpPr>
        <p:spPr>
          <a:xfrm>
            <a:off x="7526604" y="3916134"/>
            <a:ext cx="3269054" cy="103726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136C38A-2A7D-76F4-9E16-1B6FB98BFA71}"/>
              </a:ext>
            </a:extLst>
          </p:cNvPr>
          <p:cNvSpPr txBox="1"/>
          <p:nvPr/>
        </p:nvSpPr>
        <p:spPr>
          <a:xfrm>
            <a:off x="8662958" y="5140028"/>
            <a:ext cx="1005015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This</a:t>
            </a:r>
            <a:r>
              <a:rPr lang="nl-NL" sz="1000" dirty="0"/>
              <a:t> is correct</a:t>
            </a:r>
          </a:p>
          <a:p>
            <a:endParaRPr lang="nl-NL" sz="1000" dirty="0"/>
          </a:p>
        </p:txBody>
      </p: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A342F415-FDE0-5E6B-0B27-5B980E82A964}"/>
              </a:ext>
            </a:extLst>
          </p:cNvPr>
          <p:cNvCxnSpPr>
            <a:cxnSpLocks/>
            <a:stCxn id="33" idx="0"/>
            <a:endCxn id="31" idx="2"/>
          </p:cNvCxnSpPr>
          <p:nvPr/>
        </p:nvCxnSpPr>
        <p:spPr>
          <a:xfrm flipH="1" flipV="1">
            <a:off x="9161131" y="4953400"/>
            <a:ext cx="4335" cy="18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Afbeelding 37">
            <a:extLst>
              <a:ext uri="{FF2B5EF4-FFF2-40B4-BE49-F238E27FC236}">
                <a16:creationId xmlns:a16="http://schemas.microsoft.com/office/drawing/2014/main" id="{1B776989-CD60-D57B-F10B-FBE022E757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363" y="375942"/>
            <a:ext cx="1806097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86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886532DD-0E62-228E-66BE-FB106ABE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8" y="487662"/>
            <a:ext cx="1127474" cy="39627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98E84BF0-8FA1-F344-A9D5-FEEE3B6D8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38" y="1281241"/>
            <a:ext cx="1809704" cy="1120237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C8D2A564-1F38-19BD-2810-A7EC7B93708C}"/>
              </a:ext>
            </a:extLst>
          </p:cNvPr>
          <p:cNvSpPr/>
          <p:nvPr/>
        </p:nvSpPr>
        <p:spPr>
          <a:xfrm>
            <a:off x="671846" y="1281241"/>
            <a:ext cx="1561480" cy="12948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3DD201A-BEBD-B9CB-13A6-860B83D06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43" y="3046248"/>
            <a:ext cx="4155899" cy="1094884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ED5C5E9A-8F3B-2DA6-07BA-E56CEAA6097F}"/>
              </a:ext>
            </a:extLst>
          </p:cNvPr>
          <p:cNvSpPr/>
          <p:nvPr/>
        </p:nvSpPr>
        <p:spPr>
          <a:xfrm>
            <a:off x="466543" y="2956169"/>
            <a:ext cx="4155899" cy="11120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55B0407-9E9D-F6DD-C6D8-3825E857B379}"/>
              </a:ext>
            </a:extLst>
          </p:cNvPr>
          <p:cNvSpPr/>
          <p:nvPr/>
        </p:nvSpPr>
        <p:spPr>
          <a:xfrm>
            <a:off x="582396" y="3291732"/>
            <a:ext cx="282844" cy="6980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E5F587E6-1511-94CF-EAA6-1244E2F70EB9}"/>
              </a:ext>
            </a:extLst>
          </p:cNvPr>
          <p:cNvSpPr txBox="1"/>
          <p:nvPr/>
        </p:nvSpPr>
        <p:spPr>
          <a:xfrm>
            <a:off x="1081777" y="3393635"/>
            <a:ext cx="1818740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No </a:t>
            </a:r>
            <a:r>
              <a:rPr lang="nl-NL" sz="1000" dirty="0" err="1"/>
              <a:t>height</a:t>
            </a:r>
            <a:r>
              <a:rPr lang="nl-NL" sz="1000" dirty="0"/>
              <a:t> </a:t>
            </a:r>
            <a:r>
              <a:rPr lang="nl-NL" sz="1000" dirty="0" err="1"/>
              <a:t>indication</a:t>
            </a:r>
            <a:r>
              <a:rPr lang="nl-NL" sz="1000" dirty="0"/>
              <a:t> </a:t>
            </a:r>
            <a:r>
              <a:rPr lang="nl-NL" sz="1000" dirty="0" err="1"/>
              <a:t>needed</a:t>
            </a:r>
            <a:endParaRPr lang="nl-NL" sz="1000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92EFB95-39BC-B008-6F6E-3FCB29C65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892" y="756368"/>
            <a:ext cx="2527840" cy="2530059"/>
          </a:xfrm>
          <a:prstGeom prst="rect">
            <a:avLst/>
          </a:prstGeom>
        </p:spPr>
      </p:pic>
      <p:sp>
        <p:nvSpPr>
          <p:cNvPr id="21" name="Rechthoek 20">
            <a:extLst>
              <a:ext uri="{FF2B5EF4-FFF2-40B4-BE49-F238E27FC236}">
                <a16:creationId xmlns:a16="http://schemas.microsoft.com/office/drawing/2014/main" id="{3A60424A-9B3A-2568-6CDD-526248F18910}"/>
              </a:ext>
            </a:extLst>
          </p:cNvPr>
          <p:cNvSpPr/>
          <p:nvPr/>
        </p:nvSpPr>
        <p:spPr>
          <a:xfrm>
            <a:off x="5121505" y="773557"/>
            <a:ext cx="6259288" cy="251286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33685B9E-D8BA-CC18-4DC6-D44772288E84}"/>
              </a:ext>
            </a:extLst>
          </p:cNvPr>
          <p:cNvSpPr txBox="1"/>
          <p:nvPr/>
        </p:nvSpPr>
        <p:spPr>
          <a:xfrm>
            <a:off x="7580335" y="829257"/>
            <a:ext cx="2126212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Lateral </a:t>
            </a:r>
            <a:r>
              <a:rPr lang="nl-NL" sz="1000" dirty="0" err="1"/>
              <a:t>under</a:t>
            </a:r>
            <a:r>
              <a:rPr lang="nl-NL" sz="1000" dirty="0"/>
              <a:t>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  <a:r>
              <a:rPr lang="nl-NL" sz="1000" dirty="0" err="1"/>
              <a:t>reinforcement</a:t>
            </a:r>
            <a:endParaRPr lang="nl-NL" sz="1000" dirty="0"/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597F08BF-4027-3AA3-2598-F7E77B785AF0}"/>
              </a:ext>
            </a:extLst>
          </p:cNvPr>
          <p:cNvSpPr txBox="1"/>
          <p:nvPr/>
        </p:nvSpPr>
        <p:spPr>
          <a:xfrm>
            <a:off x="7580335" y="1269155"/>
            <a:ext cx="2126212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Medial</a:t>
            </a:r>
            <a:r>
              <a:rPr lang="nl-NL" sz="1000" dirty="0"/>
              <a:t> </a:t>
            </a:r>
            <a:r>
              <a:rPr lang="nl-NL" sz="1000" dirty="0" err="1"/>
              <a:t>under</a:t>
            </a:r>
            <a:r>
              <a:rPr lang="nl-NL" sz="1000" dirty="0"/>
              <a:t>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  <a:r>
              <a:rPr lang="nl-NL" sz="1000" dirty="0" err="1"/>
              <a:t>reinforcement</a:t>
            </a:r>
            <a:endParaRPr lang="nl-NL" sz="1000" dirty="0"/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7202196B-2FC2-D433-A1AA-9EA16827E829}"/>
              </a:ext>
            </a:extLst>
          </p:cNvPr>
          <p:cNvSpPr txBox="1"/>
          <p:nvPr/>
        </p:nvSpPr>
        <p:spPr>
          <a:xfrm>
            <a:off x="7581555" y="1709243"/>
            <a:ext cx="2326694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Lateral/</a:t>
            </a:r>
            <a:r>
              <a:rPr lang="nl-NL" sz="1000" dirty="0" err="1"/>
              <a:t>medial</a:t>
            </a:r>
            <a:r>
              <a:rPr lang="nl-NL" sz="1000" dirty="0"/>
              <a:t> </a:t>
            </a:r>
            <a:r>
              <a:rPr lang="nl-NL" sz="1000" dirty="0" err="1"/>
              <a:t>under</a:t>
            </a:r>
            <a:r>
              <a:rPr lang="nl-NL" sz="1000" dirty="0"/>
              <a:t>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  <a:r>
              <a:rPr lang="nl-NL" sz="1000" dirty="0" err="1"/>
              <a:t>reinforcement</a:t>
            </a:r>
            <a:endParaRPr lang="nl-NL" sz="1000" dirty="0"/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558A33F1-0925-8874-FB47-7D1CDF763D04}"/>
              </a:ext>
            </a:extLst>
          </p:cNvPr>
          <p:cNvSpPr txBox="1"/>
          <p:nvPr/>
        </p:nvSpPr>
        <p:spPr>
          <a:xfrm>
            <a:off x="7579916" y="2155640"/>
            <a:ext cx="3800877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Lateral/</a:t>
            </a:r>
            <a:r>
              <a:rPr lang="nl-NL" sz="1000" dirty="0" err="1"/>
              <a:t>medial</a:t>
            </a:r>
            <a:r>
              <a:rPr lang="nl-NL" sz="1000" dirty="0"/>
              <a:t> over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covering</a:t>
            </a:r>
            <a:r>
              <a:rPr lang="nl-NL" sz="1000" dirty="0"/>
              <a:t> achilles </a:t>
            </a:r>
            <a:r>
              <a:rPr lang="nl-NL" sz="1000" dirty="0" err="1"/>
              <a:t>tendon</a:t>
            </a:r>
            <a:endParaRPr lang="nl-NL" sz="1000" dirty="0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C1A39A6A-C0A6-104A-8039-C17FC41C52D3}"/>
              </a:ext>
            </a:extLst>
          </p:cNvPr>
          <p:cNvSpPr txBox="1"/>
          <p:nvPr/>
        </p:nvSpPr>
        <p:spPr>
          <a:xfrm>
            <a:off x="7579916" y="2452068"/>
            <a:ext cx="3559004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Lateral/</a:t>
            </a:r>
            <a:r>
              <a:rPr lang="nl-NL" sz="1000" dirty="0" err="1"/>
              <a:t>medial</a:t>
            </a:r>
            <a:r>
              <a:rPr lang="nl-NL" sz="1000" dirty="0"/>
              <a:t> over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  <a:r>
              <a:rPr lang="nl-NL" sz="1000" dirty="0" err="1"/>
              <a:t>reinforcement</a:t>
            </a:r>
            <a:endParaRPr lang="nl-NL" sz="1000" dirty="0"/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0F9148A8-44EF-9361-1674-FB1B556327F5}"/>
              </a:ext>
            </a:extLst>
          </p:cNvPr>
          <p:cNvSpPr txBox="1"/>
          <p:nvPr/>
        </p:nvSpPr>
        <p:spPr>
          <a:xfrm>
            <a:off x="7584832" y="2742116"/>
            <a:ext cx="3559004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Lateral over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  <a:r>
              <a:rPr lang="nl-NL" sz="1000" dirty="0" err="1"/>
              <a:t>orthosis</a:t>
            </a:r>
            <a:endParaRPr lang="nl-NL" sz="1000" dirty="0"/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91BD57B7-D9A2-AE59-3744-ACF45AEF40EC}"/>
              </a:ext>
            </a:extLst>
          </p:cNvPr>
          <p:cNvSpPr txBox="1"/>
          <p:nvPr/>
        </p:nvSpPr>
        <p:spPr>
          <a:xfrm>
            <a:off x="7579915" y="3027665"/>
            <a:ext cx="3559004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Medial</a:t>
            </a:r>
            <a:r>
              <a:rPr lang="nl-NL" sz="1000" dirty="0"/>
              <a:t> over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  <a:r>
              <a:rPr lang="nl-NL" sz="1000" dirty="0" err="1"/>
              <a:t>orthosis</a:t>
            </a:r>
            <a:endParaRPr lang="nl-NL" sz="1000" dirty="0"/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AA978E89-BE43-F711-2409-F269A8FA9CD9}"/>
              </a:ext>
            </a:extLst>
          </p:cNvPr>
          <p:cNvSpPr txBox="1"/>
          <p:nvPr/>
        </p:nvSpPr>
        <p:spPr>
          <a:xfrm>
            <a:off x="6594572" y="161765"/>
            <a:ext cx="3313006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b="1" dirty="0"/>
              <a:t>Change </a:t>
            </a:r>
            <a:r>
              <a:rPr lang="nl-NL" sz="1000" b="1" dirty="0" err="1"/>
              <a:t>the</a:t>
            </a:r>
            <a:r>
              <a:rPr lang="nl-NL" sz="1000" b="1" dirty="0"/>
              <a:t> </a:t>
            </a:r>
            <a:r>
              <a:rPr lang="nl-NL" sz="1000" b="1" dirty="0" err="1"/>
              <a:t>names</a:t>
            </a:r>
            <a:r>
              <a:rPr lang="nl-NL" sz="1000" b="1" dirty="0"/>
              <a:t> of </a:t>
            </a:r>
            <a:r>
              <a:rPr lang="nl-NL" sz="1000" b="1" dirty="0" err="1"/>
              <a:t>the</a:t>
            </a:r>
            <a:r>
              <a:rPr lang="nl-NL" sz="1000" b="1" dirty="0"/>
              <a:t> different supplement types</a:t>
            </a:r>
          </a:p>
        </p:txBody>
      </p: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F32AADA1-1B54-9892-736B-AF81A22DC3AE}"/>
              </a:ext>
            </a:extLst>
          </p:cNvPr>
          <p:cNvCxnSpPr>
            <a:cxnSpLocks/>
            <a:stCxn id="21" idx="0"/>
            <a:endCxn id="37" idx="2"/>
          </p:cNvCxnSpPr>
          <p:nvPr/>
        </p:nvCxnSpPr>
        <p:spPr>
          <a:xfrm flipH="1" flipV="1">
            <a:off x="8251075" y="407986"/>
            <a:ext cx="74" cy="3655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kstvak 44">
            <a:extLst>
              <a:ext uri="{FF2B5EF4-FFF2-40B4-BE49-F238E27FC236}">
                <a16:creationId xmlns:a16="http://schemas.microsoft.com/office/drawing/2014/main" id="{AB7C10A6-CD83-7FFE-FEAF-CB8539F0BB9E}"/>
              </a:ext>
            </a:extLst>
          </p:cNvPr>
          <p:cNvSpPr txBox="1"/>
          <p:nvPr/>
        </p:nvSpPr>
        <p:spPr>
          <a:xfrm>
            <a:off x="2835977" y="1171803"/>
            <a:ext cx="1713898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No </a:t>
            </a:r>
            <a:r>
              <a:rPr lang="nl-NL" sz="1000" dirty="0" err="1"/>
              <a:t>height</a:t>
            </a:r>
            <a:r>
              <a:rPr lang="nl-NL" sz="1000" dirty="0"/>
              <a:t> </a:t>
            </a:r>
            <a:r>
              <a:rPr lang="nl-NL" sz="1000" dirty="0" err="1"/>
              <a:t>indication</a:t>
            </a:r>
            <a:r>
              <a:rPr lang="nl-NL" sz="1000" dirty="0"/>
              <a:t> </a:t>
            </a:r>
            <a:r>
              <a:rPr lang="nl-NL" sz="1000" dirty="0" err="1"/>
              <a:t>needed</a:t>
            </a:r>
            <a:endParaRPr lang="nl-NL" sz="1000" dirty="0"/>
          </a:p>
        </p:txBody>
      </p:sp>
      <p:sp>
        <p:nvSpPr>
          <p:cNvPr id="49" name="Rechthoek 48">
            <a:extLst>
              <a:ext uri="{FF2B5EF4-FFF2-40B4-BE49-F238E27FC236}">
                <a16:creationId xmlns:a16="http://schemas.microsoft.com/office/drawing/2014/main" id="{2DA882EE-609A-3C3B-5605-74F9F155B832}"/>
              </a:ext>
            </a:extLst>
          </p:cNvPr>
          <p:cNvSpPr/>
          <p:nvPr/>
        </p:nvSpPr>
        <p:spPr>
          <a:xfrm>
            <a:off x="5143483" y="773556"/>
            <a:ext cx="2326694" cy="1181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0" name="Rechte verbindingslijn 49">
            <a:extLst>
              <a:ext uri="{FF2B5EF4-FFF2-40B4-BE49-F238E27FC236}">
                <a16:creationId xmlns:a16="http://schemas.microsoft.com/office/drawing/2014/main" id="{67245278-A8D6-5CBD-731E-721CF6E1B00E}"/>
              </a:ext>
            </a:extLst>
          </p:cNvPr>
          <p:cNvCxnSpPr>
            <a:cxnSpLocks/>
            <a:endCxn id="45" idx="3"/>
          </p:cNvCxnSpPr>
          <p:nvPr/>
        </p:nvCxnSpPr>
        <p:spPr>
          <a:xfrm flipH="1">
            <a:off x="4549875" y="1014312"/>
            <a:ext cx="545528" cy="3575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667C89AC-4B82-BC72-857D-DFD72B575DC1}"/>
              </a:ext>
            </a:extLst>
          </p:cNvPr>
          <p:cNvCxnSpPr>
            <a:cxnSpLocks/>
            <a:stCxn id="49" idx="1"/>
            <a:endCxn id="45" idx="3"/>
          </p:cNvCxnSpPr>
          <p:nvPr/>
        </p:nvCxnSpPr>
        <p:spPr>
          <a:xfrm flipH="1">
            <a:off x="4549875" y="1364510"/>
            <a:ext cx="593608" cy="73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4B5F61AB-BB9F-7437-65CF-675F788C423B}"/>
              </a:ext>
            </a:extLst>
          </p:cNvPr>
          <p:cNvCxnSpPr>
            <a:cxnSpLocks/>
            <a:endCxn id="45" idx="3"/>
          </p:cNvCxnSpPr>
          <p:nvPr/>
        </p:nvCxnSpPr>
        <p:spPr>
          <a:xfrm flipH="1" flipV="1">
            <a:off x="4549875" y="1371858"/>
            <a:ext cx="545528" cy="3927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kstvak 62">
            <a:extLst>
              <a:ext uri="{FF2B5EF4-FFF2-40B4-BE49-F238E27FC236}">
                <a16:creationId xmlns:a16="http://schemas.microsoft.com/office/drawing/2014/main" id="{ADA65DA9-2B54-4FE8-1DB5-81E47F6F8A38}"/>
              </a:ext>
            </a:extLst>
          </p:cNvPr>
          <p:cNvSpPr txBox="1"/>
          <p:nvPr/>
        </p:nvSpPr>
        <p:spPr>
          <a:xfrm>
            <a:off x="2835977" y="2494821"/>
            <a:ext cx="1713898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Height</a:t>
            </a:r>
            <a:r>
              <a:rPr lang="nl-NL" sz="1000" dirty="0"/>
              <a:t> </a:t>
            </a:r>
            <a:r>
              <a:rPr lang="nl-NL" sz="1000" dirty="0" err="1"/>
              <a:t>indication</a:t>
            </a:r>
            <a:r>
              <a:rPr lang="nl-NL" sz="1000" dirty="0"/>
              <a:t> </a:t>
            </a:r>
            <a:r>
              <a:rPr lang="nl-NL" sz="1000" dirty="0" err="1"/>
              <a:t>needed</a:t>
            </a:r>
            <a:endParaRPr lang="nl-NL" sz="1000" dirty="0"/>
          </a:p>
        </p:txBody>
      </p:sp>
      <p:cxnSp>
        <p:nvCxnSpPr>
          <p:cNvPr id="64" name="Rechte verbindingslijn 63">
            <a:extLst>
              <a:ext uri="{FF2B5EF4-FFF2-40B4-BE49-F238E27FC236}">
                <a16:creationId xmlns:a16="http://schemas.microsoft.com/office/drawing/2014/main" id="{8C7F895A-30B3-5973-98E3-0245488F73AE}"/>
              </a:ext>
            </a:extLst>
          </p:cNvPr>
          <p:cNvCxnSpPr>
            <a:cxnSpLocks/>
            <a:endCxn id="63" idx="3"/>
          </p:cNvCxnSpPr>
          <p:nvPr/>
        </p:nvCxnSpPr>
        <p:spPr>
          <a:xfrm flipH="1" flipV="1">
            <a:off x="4549875" y="2617932"/>
            <a:ext cx="581436" cy="5110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0B930041-9082-C1A2-3C89-214595B1B767}"/>
              </a:ext>
            </a:extLst>
          </p:cNvPr>
          <p:cNvCxnSpPr>
            <a:cxnSpLocks/>
            <a:endCxn id="63" idx="3"/>
          </p:cNvCxnSpPr>
          <p:nvPr/>
        </p:nvCxnSpPr>
        <p:spPr>
          <a:xfrm flipH="1">
            <a:off x="4549875" y="2250458"/>
            <a:ext cx="581436" cy="367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64B6FDB1-0A0B-B579-5187-C887AAC1ED46}"/>
              </a:ext>
            </a:extLst>
          </p:cNvPr>
          <p:cNvCxnSpPr>
            <a:cxnSpLocks/>
            <a:endCxn id="63" idx="3"/>
          </p:cNvCxnSpPr>
          <p:nvPr/>
        </p:nvCxnSpPr>
        <p:spPr>
          <a:xfrm flipH="1">
            <a:off x="4549875" y="2562317"/>
            <a:ext cx="581436" cy="55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Rechte verbindingslijn 66">
            <a:extLst>
              <a:ext uri="{FF2B5EF4-FFF2-40B4-BE49-F238E27FC236}">
                <a16:creationId xmlns:a16="http://schemas.microsoft.com/office/drawing/2014/main" id="{956E8C46-A5F0-4FEE-DF91-22DE02367643}"/>
              </a:ext>
            </a:extLst>
          </p:cNvPr>
          <p:cNvCxnSpPr>
            <a:cxnSpLocks/>
            <a:endCxn id="63" idx="3"/>
          </p:cNvCxnSpPr>
          <p:nvPr/>
        </p:nvCxnSpPr>
        <p:spPr>
          <a:xfrm flipH="1" flipV="1">
            <a:off x="4549875" y="2617932"/>
            <a:ext cx="545528" cy="2250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Afbeelding 77">
            <a:extLst>
              <a:ext uri="{FF2B5EF4-FFF2-40B4-BE49-F238E27FC236}">
                <a16:creationId xmlns:a16="http://schemas.microsoft.com/office/drawing/2014/main" id="{2BCF4BE6-21ED-E7ED-0700-6FB9A4F0E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735" y="5770707"/>
            <a:ext cx="3711262" cy="548688"/>
          </a:xfrm>
          <a:prstGeom prst="rect">
            <a:avLst/>
          </a:prstGeom>
        </p:spPr>
      </p:pic>
      <p:sp>
        <p:nvSpPr>
          <p:cNvPr id="80" name="Tekstvak 79">
            <a:extLst>
              <a:ext uri="{FF2B5EF4-FFF2-40B4-BE49-F238E27FC236}">
                <a16:creationId xmlns:a16="http://schemas.microsoft.com/office/drawing/2014/main" id="{F4BAFA6F-5523-EBC1-B3DD-D09AF26B7E97}"/>
              </a:ext>
            </a:extLst>
          </p:cNvPr>
          <p:cNvSpPr txBox="1"/>
          <p:nvPr/>
        </p:nvSpPr>
        <p:spPr>
          <a:xfrm>
            <a:off x="5156063" y="4541243"/>
            <a:ext cx="3515667" cy="861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b="1" dirty="0"/>
              <a:t>Change </a:t>
            </a:r>
            <a:r>
              <a:rPr lang="nl-NL" sz="1000" b="1" dirty="0" err="1"/>
              <a:t>material</a:t>
            </a:r>
            <a:r>
              <a:rPr lang="nl-NL" sz="1000" b="1" dirty="0"/>
              <a:t> </a:t>
            </a:r>
            <a:r>
              <a:rPr lang="nl-NL" sz="1000" b="1" dirty="0" err="1"/>
              <a:t>for</a:t>
            </a:r>
            <a:r>
              <a:rPr lang="nl-NL" sz="1000" b="1" dirty="0"/>
              <a:t> </a:t>
            </a:r>
            <a:r>
              <a:rPr lang="nl-NL" sz="1000" b="1" dirty="0" err="1"/>
              <a:t>all</a:t>
            </a:r>
            <a:r>
              <a:rPr lang="nl-NL" sz="1000" b="1" dirty="0"/>
              <a:t> </a:t>
            </a:r>
            <a:r>
              <a:rPr lang="nl-NL" sz="1000" b="1" dirty="0" err="1"/>
              <a:t>reinforcements</a:t>
            </a:r>
            <a:r>
              <a:rPr lang="nl-NL" sz="1000" b="1" dirty="0"/>
              <a:t> </a:t>
            </a:r>
            <a:r>
              <a:rPr lang="nl-NL" sz="1000" b="1" dirty="0" err="1"/>
              <a:t>into</a:t>
            </a:r>
            <a:r>
              <a:rPr lang="nl-NL" sz="1000" b="1" dirty="0"/>
              <a:t>: </a:t>
            </a:r>
          </a:p>
          <a:p>
            <a:pPr marL="171450" indent="-171450">
              <a:buFontTx/>
              <a:buChar char="-"/>
            </a:pPr>
            <a:r>
              <a:rPr lang="nl-NL" sz="1000" dirty="0" err="1"/>
              <a:t>Ercoflex</a:t>
            </a:r>
            <a:endParaRPr lang="nl-NL" sz="1000" dirty="0"/>
          </a:p>
          <a:p>
            <a:pPr marL="171450" indent="-171450">
              <a:buFontTx/>
              <a:buChar char="-"/>
            </a:pPr>
            <a:r>
              <a:rPr lang="nl-NL" sz="1000" dirty="0" err="1"/>
              <a:t>Renoflex</a:t>
            </a:r>
            <a:r>
              <a:rPr lang="nl-NL" sz="1000" dirty="0"/>
              <a:t> 1.1</a:t>
            </a:r>
          </a:p>
          <a:p>
            <a:pPr marL="171450" indent="-171450">
              <a:buFontTx/>
              <a:buChar char="-"/>
            </a:pPr>
            <a:r>
              <a:rPr lang="nl-NL" sz="1000" dirty="0" err="1"/>
              <a:t>Renoflex</a:t>
            </a:r>
            <a:r>
              <a:rPr lang="nl-NL" sz="1000" dirty="0"/>
              <a:t> 1.5</a:t>
            </a:r>
          </a:p>
          <a:p>
            <a:pPr marL="171450" indent="-171450">
              <a:buFontTx/>
              <a:buChar char="-"/>
            </a:pPr>
            <a:r>
              <a:rPr lang="nl-NL" sz="1000" dirty="0" err="1"/>
              <a:t>Renoflex</a:t>
            </a:r>
            <a:r>
              <a:rPr lang="nl-NL" sz="1000" dirty="0"/>
              <a:t> 1.9</a:t>
            </a:r>
          </a:p>
        </p:txBody>
      </p:sp>
      <p:sp>
        <p:nvSpPr>
          <p:cNvPr id="82" name="Rechthoek 81">
            <a:extLst>
              <a:ext uri="{FF2B5EF4-FFF2-40B4-BE49-F238E27FC236}">
                <a16:creationId xmlns:a16="http://schemas.microsoft.com/office/drawing/2014/main" id="{4EE1A6FB-F67A-A805-BA8A-1C9C9868C179}"/>
              </a:ext>
            </a:extLst>
          </p:cNvPr>
          <p:cNvSpPr/>
          <p:nvPr/>
        </p:nvSpPr>
        <p:spPr>
          <a:xfrm>
            <a:off x="5156063" y="5751399"/>
            <a:ext cx="3515668" cy="58730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83" name="Rechte verbindingslijn 82">
            <a:extLst>
              <a:ext uri="{FF2B5EF4-FFF2-40B4-BE49-F238E27FC236}">
                <a16:creationId xmlns:a16="http://schemas.microsoft.com/office/drawing/2014/main" id="{1A39FD7C-5C36-C427-19E3-F8A6F29764BA}"/>
              </a:ext>
            </a:extLst>
          </p:cNvPr>
          <p:cNvCxnSpPr>
            <a:cxnSpLocks/>
            <a:stCxn id="82" idx="0"/>
            <a:endCxn id="80" idx="2"/>
          </p:cNvCxnSpPr>
          <p:nvPr/>
        </p:nvCxnSpPr>
        <p:spPr>
          <a:xfrm flipV="1">
            <a:off x="6913897" y="5403017"/>
            <a:ext cx="0" cy="3483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Afbeelding 3">
            <a:extLst>
              <a:ext uri="{FF2B5EF4-FFF2-40B4-BE49-F238E27FC236}">
                <a16:creationId xmlns:a16="http://schemas.microsoft.com/office/drawing/2014/main" id="{627C444A-1F7B-0DBF-3A86-06A20881E3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594" y="4951060"/>
            <a:ext cx="4135887" cy="982969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12A49AEB-D0F2-4BD4-F692-48AD6CC33771}"/>
              </a:ext>
            </a:extLst>
          </p:cNvPr>
          <p:cNvSpPr/>
          <p:nvPr/>
        </p:nvSpPr>
        <p:spPr>
          <a:xfrm>
            <a:off x="354189" y="4951059"/>
            <a:ext cx="4134843" cy="98523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45A434AF-66BF-00F1-994D-E88438BF74A9}"/>
              </a:ext>
            </a:extLst>
          </p:cNvPr>
          <p:cNvSpPr txBox="1"/>
          <p:nvPr/>
        </p:nvSpPr>
        <p:spPr>
          <a:xfrm>
            <a:off x="1832341" y="4449784"/>
            <a:ext cx="1139209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same</a:t>
            </a:r>
            <a:r>
              <a:rPr lang="nl-NL" sz="1000" dirty="0"/>
              <a:t> </a:t>
            </a: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0D838AEA-5612-8243-899E-0258DD8E7663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>
          <a:xfrm flipV="1">
            <a:off x="2396538" y="4696005"/>
            <a:ext cx="5408" cy="255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06D1BE39-9A3E-C568-E52F-D2F41091BA8A}"/>
              </a:ext>
            </a:extLst>
          </p:cNvPr>
          <p:cNvSpPr txBox="1"/>
          <p:nvPr/>
        </p:nvSpPr>
        <p:spPr>
          <a:xfrm>
            <a:off x="8643441" y="3598442"/>
            <a:ext cx="3515667" cy="553998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b="1" dirty="0" err="1"/>
              <a:t>Heelhight</a:t>
            </a:r>
            <a:r>
              <a:rPr lang="nl-NL" sz="1000" b="1" dirty="0"/>
              <a:t> </a:t>
            </a:r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it</a:t>
            </a:r>
            <a:r>
              <a:rPr lang="nl-NL" sz="1000" dirty="0"/>
              <a:t> is </a:t>
            </a:r>
            <a:r>
              <a:rPr lang="nl-NL" sz="1000" dirty="0" err="1"/>
              <a:t>filled</a:t>
            </a:r>
            <a:r>
              <a:rPr lang="nl-NL" sz="1000" dirty="0"/>
              <a:t> in </a:t>
            </a:r>
            <a:r>
              <a:rPr lang="nl-NL" sz="1000" dirty="0" err="1"/>
              <a:t>in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Last </a:t>
            </a:r>
            <a:r>
              <a:rPr lang="nl-NL" sz="1000" dirty="0" err="1"/>
              <a:t>and</a:t>
            </a:r>
            <a:r>
              <a:rPr lang="nl-NL" sz="1000" dirty="0"/>
              <a:t> fitting </a:t>
            </a:r>
            <a:r>
              <a:rPr lang="nl-NL" sz="1000" dirty="0" err="1"/>
              <a:t>shoe</a:t>
            </a:r>
            <a:r>
              <a:rPr lang="nl-NL" sz="1000" dirty="0"/>
              <a:t> tab. </a:t>
            </a:r>
            <a:r>
              <a:rPr lang="nl-NL" sz="1000" dirty="0" err="1"/>
              <a:t>Then</a:t>
            </a:r>
            <a:r>
              <a:rPr lang="nl-NL" sz="1000" dirty="0"/>
              <a:t> </a:t>
            </a:r>
            <a:r>
              <a:rPr lang="nl-NL" sz="1000" dirty="0" err="1"/>
              <a:t>autofill</a:t>
            </a:r>
            <a:r>
              <a:rPr lang="nl-NL" sz="1000" dirty="0"/>
              <a:t> </a:t>
            </a:r>
            <a:r>
              <a:rPr lang="nl-NL" sz="1000" dirty="0" err="1"/>
              <a:t>it</a:t>
            </a:r>
            <a:r>
              <a:rPr lang="nl-NL" sz="1000" dirty="0"/>
              <a:t> here. </a:t>
            </a:r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not</a:t>
            </a:r>
            <a:r>
              <a:rPr lang="nl-NL" sz="1000" dirty="0"/>
              <a:t>, </a:t>
            </a:r>
            <a:r>
              <a:rPr lang="nl-NL" sz="1000" dirty="0" err="1"/>
              <a:t>then</a:t>
            </a:r>
            <a:r>
              <a:rPr lang="nl-NL" sz="1000" dirty="0"/>
              <a:t> make </a:t>
            </a:r>
            <a:r>
              <a:rPr lang="nl-NL" sz="1000" dirty="0" err="1"/>
              <a:t>it</a:t>
            </a:r>
            <a:r>
              <a:rPr lang="nl-NL" sz="1000" dirty="0"/>
              <a:t> a </a:t>
            </a:r>
            <a:r>
              <a:rPr lang="nl-NL" sz="1000" dirty="0" err="1"/>
              <a:t>required</a:t>
            </a:r>
            <a:r>
              <a:rPr lang="nl-NL" sz="1000" dirty="0"/>
              <a:t> field</a:t>
            </a:r>
          </a:p>
          <a:p>
            <a:r>
              <a:rPr lang="nl-NL" sz="1000" dirty="0" err="1"/>
              <a:t>This</a:t>
            </a:r>
            <a:r>
              <a:rPr lang="nl-NL" sz="1000" dirty="0"/>
              <a:t> </a:t>
            </a:r>
            <a:r>
              <a:rPr lang="nl-NL" sz="1000" dirty="0" err="1"/>
              <a:t>should</a:t>
            </a:r>
            <a:r>
              <a:rPr lang="nl-NL" sz="1000" dirty="0"/>
              <a:t> </a:t>
            </a:r>
            <a:r>
              <a:rPr lang="nl-NL" sz="1000" dirty="0" err="1"/>
              <a:t>also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autofilled</a:t>
            </a:r>
            <a:r>
              <a:rPr lang="nl-NL" sz="1000" dirty="0"/>
              <a:t> in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soles</a:t>
            </a:r>
            <a:r>
              <a:rPr lang="nl-NL" sz="1000" dirty="0"/>
              <a:t> tab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AFD3D1AF-D90F-5C4C-8117-62489725ABFF}"/>
              </a:ext>
            </a:extLst>
          </p:cNvPr>
          <p:cNvSpPr txBox="1"/>
          <p:nvPr/>
        </p:nvSpPr>
        <p:spPr>
          <a:xfrm>
            <a:off x="5121505" y="3522218"/>
            <a:ext cx="3255258" cy="707886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b="1" dirty="0" err="1"/>
              <a:t>Heelhight</a:t>
            </a:r>
            <a:r>
              <a:rPr lang="nl-NL" sz="1000" b="1" dirty="0"/>
              <a:t>: </a:t>
            </a:r>
          </a:p>
          <a:p>
            <a:endParaRPr lang="nl-NL" sz="1000" b="1" dirty="0"/>
          </a:p>
          <a:p>
            <a:r>
              <a:rPr lang="nl-NL" sz="1000" b="1" dirty="0"/>
              <a:t>L		R</a:t>
            </a:r>
          </a:p>
          <a:p>
            <a:r>
              <a:rPr lang="nl-NL" sz="1000" b="1" dirty="0"/>
              <a:t>mm		mm</a:t>
            </a:r>
          </a:p>
        </p:txBody>
      </p: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DF1A5D45-EE7C-B791-26E3-67B789C2FD4E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flipH="1">
            <a:off x="8376763" y="3875441"/>
            <a:ext cx="266678" cy="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62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4B3C1884-B23C-AB59-66CF-DF82FD2C8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8" y="487662"/>
            <a:ext cx="1127474" cy="39627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027C1273-6A5C-ED21-B631-908022F99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68" y="1002485"/>
            <a:ext cx="5781045" cy="3148546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60720639-593B-C1B2-A43F-814C906B4CC6}"/>
              </a:ext>
            </a:extLst>
          </p:cNvPr>
          <p:cNvSpPr/>
          <p:nvPr/>
        </p:nvSpPr>
        <p:spPr>
          <a:xfrm>
            <a:off x="501769" y="1002484"/>
            <a:ext cx="5928528" cy="31485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C0F1A09-60EA-C20B-F2A9-064310869D33}"/>
              </a:ext>
            </a:extLst>
          </p:cNvPr>
          <p:cNvSpPr txBox="1"/>
          <p:nvPr/>
        </p:nvSpPr>
        <p:spPr>
          <a:xfrm>
            <a:off x="6818042" y="1633917"/>
            <a:ext cx="1713898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No </a:t>
            </a:r>
            <a:r>
              <a:rPr lang="nl-NL" sz="1000" dirty="0" err="1"/>
              <a:t>medial</a:t>
            </a:r>
            <a:r>
              <a:rPr lang="nl-NL" sz="1000" dirty="0"/>
              <a:t> </a:t>
            </a:r>
            <a:r>
              <a:rPr lang="nl-NL" sz="1000" dirty="0" err="1"/>
              <a:t>and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r>
              <a:rPr lang="nl-NL" sz="1000" dirty="0"/>
              <a:t> </a:t>
            </a:r>
            <a:r>
              <a:rPr lang="nl-NL" sz="1000" dirty="0" err="1"/>
              <a:t>needed</a:t>
            </a:r>
            <a:r>
              <a:rPr lang="nl-NL" sz="1000" dirty="0"/>
              <a:t>. </a:t>
            </a:r>
            <a:r>
              <a:rPr lang="nl-NL" sz="1000" dirty="0" err="1"/>
              <a:t>Only</a:t>
            </a:r>
            <a:r>
              <a:rPr lang="nl-NL" sz="1000" dirty="0"/>
              <a:t> heel</a:t>
            </a: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4A08D375-58F0-A231-A976-C9926A6E07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347019" y="1833972"/>
            <a:ext cx="5471023" cy="1102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C154ED13-3DF5-5034-879B-11784A583E6C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1347019" y="1433862"/>
            <a:ext cx="5471023" cy="400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0D0F7DB1-D78A-0E80-AB8C-65133F266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00" y="4617586"/>
            <a:ext cx="5524979" cy="1752752"/>
          </a:xfrm>
          <a:prstGeom prst="rect">
            <a:avLst/>
          </a:prstGeom>
        </p:spPr>
      </p:pic>
      <p:sp>
        <p:nvSpPr>
          <p:cNvPr id="24" name="Rechthoek 23">
            <a:extLst>
              <a:ext uri="{FF2B5EF4-FFF2-40B4-BE49-F238E27FC236}">
                <a16:creationId xmlns:a16="http://schemas.microsoft.com/office/drawing/2014/main" id="{870FEC2D-31AA-1F7A-0642-7F69C05201FE}"/>
              </a:ext>
            </a:extLst>
          </p:cNvPr>
          <p:cNvSpPr/>
          <p:nvPr/>
        </p:nvSpPr>
        <p:spPr>
          <a:xfrm>
            <a:off x="501769" y="4435997"/>
            <a:ext cx="5928528" cy="201561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543D66A4-5546-C25F-AF1C-09A1A23F56C1}"/>
              </a:ext>
            </a:extLst>
          </p:cNvPr>
          <p:cNvSpPr txBox="1"/>
          <p:nvPr/>
        </p:nvSpPr>
        <p:spPr>
          <a:xfrm>
            <a:off x="6818042" y="5165092"/>
            <a:ext cx="1713898" cy="5539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When</a:t>
            </a:r>
            <a:r>
              <a:rPr lang="nl-NL" sz="1000" dirty="0"/>
              <a:t> rocker is </a:t>
            </a:r>
            <a:r>
              <a:rPr lang="nl-NL" sz="1000" dirty="0" err="1"/>
              <a:t>checked</a:t>
            </a:r>
            <a:r>
              <a:rPr lang="nl-NL" sz="1000" dirty="0"/>
              <a:t>. Mm </a:t>
            </a:r>
            <a:r>
              <a:rPr lang="nl-NL" sz="1000" dirty="0" err="1"/>
              <a:t>don’t</a:t>
            </a:r>
            <a:r>
              <a:rPr lang="nl-NL" sz="1000" dirty="0"/>
              <a:t> have </a:t>
            </a:r>
            <a:r>
              <a:rPr lang="nl-NL" sz="1000" dirty="0" err="1"/>
              <a:t>to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indicated</a:t>
            </a:r>
            <a:r>
              <a:rPr lang="nl-NL" sz="1000" dirty="0"/>
              <a:t>. </a:t>
            </a:r>
          </a:p>
        </p:txBody>
      </p: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EE9EB210-05AF-7792-903E-5DFBC05E1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187" y="2742976"/>
            <a:ext cx="2019475" cy="647756"/>
          </a:xfrm>
          <a:prstGeom prst="rect">
            <a:avLst/>
          </a:prstGeom>
        </p:spPr>
      </p:pic>
      <p:sp>
        <p:nvSpPr>
          <p:cNvPr id="31" name="Rechthoek 30">
            <a:extLst>
              <a:ext uri="{FF2B5EF4-FFF2-40B4-BE49-F238E27FC236}">
                <a16:creationId xmlns:a16="http://schemas.microsoft.com/office/drawing/2014/main" id="{B9A2B780-7E99-ACF3-233B-155D07FBE913}"/>
              </a:ext>
            </a:extLst>
          </p:cNvPr>
          <p:cNvSpPr/>
          <p:nvPr/>
        </p:nvSpPr>
        <p:spPr>
          <a:xfrm>
            <a:off x="7764187" y="2742976"/>
            <a:ext cx="1718296" cy="64775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93FD6DA1-C3E1-9258-5573-1D44DC5424D9}"/>
              </a:ext>
            </a:extLst>
          </p:cNvPr>
          <p:cNvSpPr txBox="1"/>
          <p:nvPr/>
        </p:nvSpPr>
        <p:spPr>
          <a:xfrm>
            <a:off x="9738222" y="2938416"/>
            <a:ext cx="1713898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 like </a:t>
            </a:r>
            <a:r>
              <a:rPr lang="nl-NL" sz="1000" dirty="0" err="1"/>
              <a:t>this</a:t>
            </a:r>
            <a:r>
              <a:rPr lang="nl-NL" sz="1000" dirty="0"/>
              <a:t>, no changes</a:t>
            </a:r>
          </a:p>
        </p:txBody>
      </p:sp>
      <p:pic>
        <p:nvPicPr>
          <p:cNvPr id="33" name="Afbeelding 32">
            <a:extLst>
              <a:ext uri="{FF2B5EF4-FFF2-40B4-BE49-F238E27FC236}">
                <a16:creationId xmlns:a16="http://schemas.microsoft.com/office/drawing/2014/main" id="{B6D3A8B1-DDA7-BCD5-3272-3E15E67900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684" y="3585195"/>
            <a:ext cx="2103302" cy="769687"/>
          </a:xfrm>
          <a:prstGeom prst="rect">
            <a:avLst/>
          </a:prstGeom>
        </p:spPr>
      </p:pic>
      <p:sp>
        <p:nvSpPr>
          <p:cNvPr id="34" name="Rechthoek 33">
            <a:extLst>
              <a:ext uri="{FF2B5EF4-FFF2-40B4-BE49-F238E27FC236}">
                <a16:creationId xmlns:a16="http://schemas.microsoft.com/office/drawing/2014/main" id="{A604CF43-4052-1043-8B47-DD9E9BED0CBB}"/>
              </a:ext>
            </a:extLst>
          </p:cNvPr>
          <p:cNvSpPr/>
          <p:nvPr/>
        </p:nvSpPr>
        <p:spPr>
          <a:xfrm>
            <a:off x="7571684" y="3585195"/>
            <a:ext cx="2063199" cy="85080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9DAB846E-5DD8-4606-5558-AE6FD9BA0AFA}"/>
              </a:ext>
            </a:extLst>
          </p:cNvPr>
          <p:cNvSpPr txBox="1"/>
          <p:nvPr/>
        </p:nvSpPr>
        <p:spPr>
          <a:xfrm>
            <a:off x="9900456" y="3887485"/>
            <a:ext cx="1713898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 like </a:t>
            </a:r>
            <a:r>
              <a:rPr lang="nl-NL" sz="1000" dirty="0" err="1"/>
              <a:t>this</a:t>
            </a:r>
            <a:r>
              <a:rPr lang="nl-NL" sz="1000" dirty="0"/>
              <a:t>, no changes</a:t>
            </a:r>
          </a:p>
        </p:txBody>
      </p:sp>
      <p:cxnSp>
        <p:nvCxnSpPr>
          <p:cNvPr id="36" name="Rechte verbindingslijn 35">
            <a:extLst>
              <a:ext uri="{FF2B5EF4-FFF2-40B4-BE49-F238E27FC236}">
                <a16:creationId xmlns:a16="http://schemas.microsoft.com/office/drawing/2014/main" id="{08C3A0C0-6975-428D-9182-23CC18FB0AEC}"/>
              </a:ext>
            </a:extLst>
          </p:cNvPr>
          <p:cNvCxnSpPr>
            <a:cxnSpLocks/>
            <a:stCxn id="32" idx="1"/>
            <a:endCxn id="31" idx="3"/>
          </p:cNvCxnSpPr>
          <p:nvPr/>
        </p:nvCxnSpPr>
        <p:spPr>
          <a:xfrm flipH="1">
            <a:off x="9482483" y="3061527"/>
            <a:ext cx="255739" cy="5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09A593EF-0CCE-86B8-22C4-6612932C0450}"/>
              </a:ext>
            </a:extLst>
          </p:cNvPr>
          <p:cNvCxnSpPr>
            <a:cxnSpLocks/>
            <a:stCxn id="35" idx="1"/>
            <a:endCxn id="34" idx="3"/>
          </p:cNvCxnSpPr>
          <p:nvPr/>
        </p:nvCxnSpPr>
        <p:spPr>
          <a:xfrm flipH="1">
            <a:off x="9634883" y="4010596"/>
            <a:ext cx="2655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7C163076-0AF7-DE71-8AD6-A8C8B129D2AC}"/>
              </a:ext>
            </a:extLst>
          </p:cNvPr>
          <p:cNvCxnSpPr>
            <a:cxnSpLocks/>
            <a:stCxn id="26" idx="1"/>
            <a:endCxn id="24" idx="3"/>
          </p:cNvCxnSpPr>
          <p:nvPr/>
        </p:nvCxnSpPr>
        <p:spPr>
          <a:xfrm flipH="1">
            <a:off x="6430297" y="5442091"/>
            <a:ext cx="387745" cy="17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804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Afbeelding 22">
            <a:extLst>
              <a:ext uri="{FF2B5EF4-FFF2-40B4-BE49-F238E27FC236}">
                <a16:creationId xmlns:a16="http://schemas.microsoft.com/office/drawing/2014/main" id="{BC324495-0967-747A-A620-744CBC697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33" y="357392"/>
            <a:ext cx="1005927" cy="243861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3257D80A-9427-8638-37AC-A5B48CC58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91" y="948526"/>
            <a:ext cx="2141406" cy="929721"/>
          </a:xfrm>
          <a:prstGeom prst="rect">
            <a:avLst/>
          </a:prstGeom>
        </p:spPr>
      </p:pic>
      <p:sp>
        <p:nvSpPr>
          <p:cNvPr id="27" name="Rechthoek 26">
            <a:extLst>
              <a:ext uri="{FF2B5EF4-FFF2-40B4-BE49-F238E27FC236}">
                <a16:creationId xmlns:a16="http://schemas.microsoft.com/office/drawing/2014/main" id="{31160625-D035-A09E-4D32-6AEC53B3A44A}"/>
              </a:ext>
            </a:extLst>
          </p:cNvPr>
          <p:cNvSpPr/>
          <p:nvPr/>
        </p:nvSpPr>
        <p:spPr>
          <a:xfrm>
            <a:off x="914399" y="948526"/>
            <a:ext cx="2044097" cy="92972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84307385-312F-E330-D5A1-71AA2DB38C94}"/>
              </a:ext>
            </a:extLst>
          </p:cNvPr>
          <p:cNvSpPr txBox="1"/>
          <p:nvPr/>
        </p:nvSpPr>
        <p:spPr>
          <a:xfrm>
            <a:off x="3347259" y="1291987"/>
            <a:ext cx="1713898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Auto </a:t>
            </a:r>
            <a:r>
              <a:rPr lang="nl-NL" sz="1000" dirty="0" err="1"/>
              <a:t>fill</a:t>
            </a:r>
            <a:r>
              <a:rPr lang="nl-NL" sz="1000" dirty="0"/>
              <a:t> in </a:t>
            </a:r>
            <a:r>
              <a:rPr lang="nl-NL" sz="1000" dirty="0" err="1"/>
              <a:t>from</a:t>
            </a:r>
            <a:r>
              <a:rPr lang="nl-NL" sz="1000" dirty="0"/>
              <a:t> start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3CBCE4D3-9B2A-3D41-20E2-840ED2023484}"/>
              </a:ext>
            </a:extLst>
          </p:cNvPr>
          <p:cNvSpPr txBox="1"/>
          <p:nvPr/>
        </p:nvSpPr>
        <p:spPr>
          <a:xfrm>
            <a:off x="2713075" y="408571"/>
            <a:ext cx="1713898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Change </a:t>
            </a:r>
            <a:r>
              <a:rPr lang="nl-NL" sz="1000" dirty="0" err="1"/>
              <a:t>to</a:t>
            </a:r>
            <a:r>
              <a:rPr lang="nl-NL" sz="1000" dirty="0"/>
              <a:t>; Schacht</a:t>
            </a:r>
          </a:p>
        </p:txBody>
      </p:sp>
      <p:sp>
        <p:nvSpPr>
          <p:cNvPr id="33" name="Rechthoek 32">
            <a:extLst>
              <a:ext uri="{FF2B5EF4-FFF2-40B4-BE49-F238E27FC236}">
                <a16:creationId xmlns:a16="http://schemas.microsoft.com/office/drawing/2014/main" id="{3C73F554-D9CB-7F73-9D52-7D279D23111E}"/>
              </a:ext>
            </a:extLst>
          </p:cNvPr>
          <p:cNvSpPr/>
          <p:nvPr/>
        </p:nvSpPr>
        <p:spPr>
          <a:xfrm>
            <a:off x="1066800" y="357392"/>
            <a:ext cx="1129698" cy="3505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FAE08C9F-4F69-DDD1-B122-40E5F67D2631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 flipV="1">
            <a:off x="2196498" y="531682"/>
            <a:ext cx="516577" cy="9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730347D0-11BE-93F1-5C2D-96831E1E7D27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2958496" y="1413387"/>
            <a:ext cx="388763" cy="1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Afbeelding 40">
            <a:extLst>
              <a:ext uri="{FF2B5EF4-FFF2-40B4-BE49-F238E27FC236}">
                <a16:creationId xmlns:a16="http://schemas.microsoft.com/office/drawing/2014/main" id="{8072593D-C701-6AAE-B005-0FA59CE13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01673"/>
            <a:ext cx="3942736" cy="380129"/>
          </a:xfrm>
          <a:prstGeom prst="rect">
            <a:avLst/>
          </a:prstGeom>
        </p:spPr>
      </p:pic>
      <p:sp>
        <p:nvSpPr>
          <p:cNvPr id="43" name="Tekstvak 42">
            <a:extLst>
              <a:ext uri="{FF2B5EF4-FFF2-40B4-BE49-F238E27FC236}">
                <a16:creationId xmlns:a16="http://schemas.microsoft.com/office/drawing/2014/main" id="{B075263A-331B-5603-F030-1DA5DD785489}"/>
              </a:ext>
            </a:extLst>
          </p:cNvPr>
          <p:cNvSpPr txBox="1"/>
          <p:nvPr/>
        </p:nvSpPr>
        <p:spPr>
          <a:xfrm>
            <a:off x="5061157" y="2376589"/>
            <a:ext cx="1713898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Required</a:t>
            </a:r>
            <a:r>
              <a:rPr lang="nl-NL" sz="1000" dirty="0"/>
              <a:t> field </a:t>
            </a:r>
          </a:p>
        </p:txBody>
      </p:sp>
      <p:sp>
        <p:nvSpPr>
          <p:cNvPr id="45" name="Rechthoek 44">
            <a:extLst>
              <a:ext uri="{FF2B5EF4-FFF2-40B4-BE49-F238E27FC236}">
                <a16:creationId xmlns:a16="http://schemas.microsoft.com/office/drawing/2014/main" id="{047A2885-F4F5-DBBF-1835-2923C5E183CE}"/>
              </a:ext>
            </a:extLst>
          </p:cNvPr>
          <p:cNvSpPr/>
          <p:nvPr/>
        </p:nvSpPr>
        <p:spPr>
          <a:xfrm>
            <a:off x="914399" y="2225520"/>
            <a:ext cx="3942736" cy="5373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FEA53A7E-0BF8-636B-6444-E2EDD375F918}"/>
              </a:ext>
            </a:extLst>
          </p:cNvPr>
          <p:cNvCxnSpPr>
            <a:cxnSpLocks/>
            <a:stCxn id="45" idx="3"/>
            <a:endCxn id="43" idx="1"/>
          </p:cNvCxnSpPr>
          <p:nvPr/>
        </p:nvCxnSpPr>
        <p:spPr>
          <a:xfrm>
            <a:off x="4857135" y="2494193"/>
            <a:ext cx="204022" cy="55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kstvak 50">
            <a:extLst>
              <a:ext uri="{FF2B5EF4-FFF2-40B4-BE49-F238E27FC236}">
                <a16:creationId xmlns:a16="http://schemas.microsoft.com/office/drawing/2014/main" id="{F88C1622-F8B7-7365-D287-F721E94541BA}"/>
              </a:ext>
            </a:extLst>
          </p:cNvPr>
          <p:cNvSpPr txBox="1"/>
          <p:nvPr/>
        </p:nvSpPr>
        <p:spPr>
          <a:xfrm>
            <a:off x="914399" y="3019289"/>
            <a:ext cx="2910349" cy="5539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Enter </a:t>
            </a:r>
            <a:r>
              <a:rPr lang="nl-NL" sz="1000" dirty="0" err="1"/>
              <a:t>an</a:t>
            </a:r>
            <a:r>
              <a:rPr lang="nl-NL" sz="1000" dirty="0"/>
              <a:t> extra </a:t>
            </a:r>
            <a:r>
              <a:rPr lang="nl-NL" sz="1000" dirty="0" err="1"/>
              <a:t>checkbox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: </a:t>
            </a:r>
            <a:r>
              <a:rPr lang="nl-NL" sz="1000" b="1" dirty="0" err="1"/>
              <a:t>Leathers</a:t>
            </a:r>
            <a:r>
              <a:rPr lang="nl-NL" sz="1000" b="1" dirty="0"/>
              <a:t> as model</a:t>
            </a:r>
          </a:p>
          <a:p>
            <a:r>
              <a:rPr lang="nl-NL" sz="1000" dirty="0" err="1"/>
              <a:t>When</a:t>
            </a:r>
            <a:r>
              <a:rPr lang="nl-NL" sz="1000" dirty="0"/>
              <a:t> </a:t>
            </a:r>
            <a:r>
              <a:rPr lang="nl-NL" sz="1000" dirty="0" err="1"/>
              <a:t>checked</a:t>
            </a:r>
            <a:r>
              <a:rPr lang="nl-NL" sz="1000" dirty="0"/>
              <a:t>, </a:t>
            </a:r>
            <a:r>
              <a:rPr lang="nl-NL" sz="1000" dirty="0" err="1"/>
              <a:t>then</a:t>
            </a:r>
            <a:r>
              <a:rPr lang="nl-NL" sz="1000" dirty="0"/>
              <a:t> </a:t>
            </a:r>
            <a:r>
              <a:rPr lang="nl-NL" sz="1000" dirty="0" err="1"/>
              <a:t>there</a:t>
            </a:r>
            <a:r>
              <a:rPr lang="nl-NL" sz="1000" dirty="0"/>
              <a:t> </a:t>
            </a:r>
            <a:r>
              <a:rPr lang="nl-NL" sz="1000" dirty="0" err="1"/>
              <a:t>can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no </a:t>
            </a:r>
            <a:r>
              <a:rPr lang="nl-NL" sz="1000" dirty="0" err="1"/>
              <a:t>choices</a:t>
            </a:r>
            <a:r>
              <a:rPr lang="nl-NL" sz="1000" dirty="0"/>
              <a:t> </a:t>
            </a:r>
            <a:r>
              <a:rPr lang="nl-NL" sz="1000" dirty="0" err="1"/>
              <a:t>for</a:t>
            </a:r>
            <a:r>
              <a:rPr lang="nl-NL" sz="1000" dirty="0"/>
              <a:t> </a:t>
            </a:r>
            <a:r>
              <a:rPr lang="nl-NL" sz="1000" dirty="0" err="1"/>
              <a:t>other</a:t>
            </a:r>
            <a:r>
              <a:rPr lang="nl-NL" sz="1000" dirty="0"/>
              <a:t> </a:t>
            </a:r>
            <a:r>
              <a:rPr lang="nl-NL" sz="1000" dirty="0" err="1"/>
              <a:t>leathers</a:t>
            </a:r>
            <a:r>
              <a:rPr lang="nl-NL" sz="1000" dirty="0"/>
              <a:t>. </a:t>
            </a:r>
            <a:r>
              <a:rPr lang="nl-NL" sz="1000" b="1" dirty="0"/>
              <a:t> (check box </a:t>
            </a:r>
            <a:r>
              <a:rPr lang="nl-NL" sz="1000" b="1" dirty="0" err="1"/>
              <a:t>by</a:t>
            </a:r>
            <a:r>
              <a:rPr lang="nl-NL" sz="1000" b="1" dirty="0"/>
              <a:t> default)</a:t>
            </a:r>
          </a:p>
        </p:txBody>
      </p:sp>
      <p:pic>
        <p:nvPicPr>
          <p:cNvPr id="53" name="Afbeelding 52">
            <a:extLst>
              <a:ext uri="{FF2B5EF4-FFF2-40B4-BE49-F238E27FC236}">
                <a16:creationId xmlns:a16="http://schemas.microsoft.com/office/drawing/2014/main" id="{53CE194C-27B2-AF29-A07A-181A165A9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9" y="3699455"/>
            <a:ext cx="993973" cy="835697"/>
          </a:xfrm>
          <a:prstGeom prst="rect">
            <a:avLst/>
          </a:prstGeom>
        </p:spPr>
      </p:pic>
      <p:sp>
        <p:nvSpPr>
          <p:cNvPr id="55" name="Tekstvak 54">
            <a:extLst>
              <a:ext uri="{FF2B5EF4-FFF2-40B4-BE49-F238E27FC236}">
                <a16:creationId xmlns:a16="http://schemas.microsoft.com/office/drawing/2014/main" id="{798CD09E-7951-40CE-5C32-81BADA56356E}"/>
              </a:ext>
            </a:extLst>
          </p:cNvPr>
          <p:cNvSpPr txBox="1"/>
          <p:nvPr/>
        </p:nvSpPr>
        <p:spPr>
          <a:xfrm>
            <a:off x="2630128" y="3696025"/>
            <a:ext cx="3465872" cy="861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When</a:t>
            </a:r>
            <a:r>
              <a:rPr lang="nl-NL" sz="1000" dirty="0"/>
              <a:t> a client wants </a:t>
            </a:r>
            <a:r>
              <a:rPr lang="nl-NL" sz="1000" dirty="0" err="1"/>
              <a:t>to</a:t>
            </a:r>
            <a:r>
              <a:rPr lang="nl-NL" sz="1000" dirty="0"/>
              <a:t> </a:t>
            </a:r>
            <a:r>
              <a:rPr lang="nl-NL" sz="1000" dirty="0" err="1"/>
              <a:t>choos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colours</a:t>
            </a:r>
            <a:r>
              <a:rPr lang="nl-NL" sz="1000" dirty="0"/>
              <a:t> on a model </a:t>
            </a:r>
            <a:r>
              <a:rPr lang="nl-NL" sz="1000" dirty="0" err="1"/>
              <a:t>then</a:t>
            </a:r>
            <a:r>
              <a:rPr lang="nl-NL" sz="1000" dirty="0"/>
              <a:t>  a </a:t>
            </a:r>
            <a:r>
              <a:rPr lang="nl-NL" sz="1000" dirty="0" err="1"/>
              <a:t>popup</a:t>
            </a:r>
            <a:r>
              <a:rPr lang="nl-NL" sz="1000" dirty="0"/>
              <a:t> must </a:t>
            </a:r>
            <a:r>
              <a:rPr lang="nl-NL" sz="1000" dirty="0" err="1"/>
              <a:t>apear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following</a:t>
            </a:r>
            <a:r>
              <a:rPr lang="nl-NL" sz="1000" dirty="0"/>
              <a:t> tekst: </a:t>
            </a:r>
            <a:r>
              <a:rPr lang="nl-NL" sz="1000" b="1" dirty="0"/>
              <a:t>A </a:t>
            </a:r>
            <a:r>
              <a:rPr lang="nl-NL" sz="1000" b="1" dirty="0" err="1"/>
              <a:t>surcharge</a:t>
            </a:r>
            <a:r>
              <a:rPr lang="nl-NL" sz="1000" b="1" dirty="0"/>
              <a:t> </a:t>
            </a:r>
            <a:r>
              <a:rPr lang="nl-NL" sz="1000" b="1" dirty="0" err="1"/>
              <a:t>may</a:t>
            </a:r>
            <a:r>
              <a:rPr lang="nl-NL" sz="1000" b="1" dirty="0"/>
              <a:t> </a:t>
            </a:r>
            <a:r>
              <a:rPr lang="nl-NL" sz="1000" b="1" dirty="0" err="1"/>
              <a:t>apply</a:t>
            </a:r>
            <a:r>
              <a:rPr lang="nl-NL" sz="1000" b="1" dirty="0"/>
              <a:t> </a:t>
            </a:r>
            <a:r>
              <a:rPr lang="nl-NL" sz="1000" b="1" dirty="0" err="1"/>
              <a:t>if</a:t>
            </a:r>
            <a:r>
              <a:rPr lang="nl-NL" sz="1000" b="1" dirty="0"/>
              <a:t> </a:t>
            </a:r>
            <a:r>
              <a:rPr lang="nl-NL" sz="1000" b="1" dirty="0" err="1"/>
              <a:t>colors</a:t>
            </a:r>
            <a:r>
              <a:rPr lang="nl-NL" sz="1000" b="1" dirty="0"/>
              <a:t> </a:t>
            </a:r>
            <a:r>
              <a:rPr lang="nl-NL" sz="1000" b="1" dirty="0" err="1"/>
              <a:t>other</a:t>
            </a:r>
            <a:r>
              <a:rPr lang="nl-NL" sz="1000" b="1" dirty="0"/>
              <a:t> </a:t>
            </a:r>
            <a:r>
              <a:rPr lang="nl-NL" sz="1000" b="1" dirty="0" err="1"/>
              <a:t>than</a:t>
            </a:r>
            <a:r>
              <a:rPr lang="nl-NL" sz="1000" b="1" dirty="0"/>
              <a:t> </a:t>
            </a:r>
            <a:r>
              <a:rPr lang="nl-NL" sz="1000" b="1" dirty="0" err="1"/>
              <a:t>the</a:t>
            </a:r>
            <a:r>
              <a:rPr lang="nl-NL" sz="1000" b="1" dirty="0"/>
              <a:t> standard </a:t>
            </a:r>
            <a:r>
              <a:rPr lang="nl-NL" sz="1000" b="1" dirty="0" err="1"/>
              <a:t>colors</a:t>
            </a:r>
            <a:r>
              <a:rPr lang="nl-NL" sz="1000" b="1" dirty="0"/>
              <a:t> are </a:t>
            </a:r>
            <a:r>
              <a:rPr lang="nl-NL" sz="1000" b="1" dirty="0" err="1"/>
              <a:t>chosen</a:t>
            </a:r>
            <a:r>
              <a:rPr lang="nl-NL" sz="1000" b="1" dirty="0"/>
              <a:t>.</a:t>
            </a:r>
          </a:p>
          <a:p>
            <a:endParaRPr lang="nl-NL" sz="1000" dirty="0"/>
          </a:p>
        </p:txBody>
      </p:sp>
      <p:sp>
        <p:nvSpPr>
          <p:cNvPr id="57" name="Rechthoek 56">
            <a:extLst>
              <a:ext uri="{FF2B5EF4-FFF2-40B4-BE49-F238E27FC236}">
                <a16:creationId xmlns:a16="http://schemas.microsoft.com/office/drawing/2014/main" id="{F54648BA-47D9-31B1-F407-158EE71B678A}"/>
              </a:ext>
            </a:extLst>
          </p:cNvPr>
          <p:cNvSpPr/>
          <p:nvPr/>
        </p:nvSpPr>
        <p:spPr>
          <a:xfrm>
            <a:off x="914399" y="3717988"/>
            <a:ext cx="1142061" cy="81716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8" name="Rechte verbindingslijn 57">
            <a:extLst>
              <a:ext uri="{FF2B5EF4-FFF2-40B4-BE49-F238E27FC236}">
                <a16:creationId xmlns:a16="http://schemas.microsoft.com/office/drawing/2014/main" id="{A1183B02-0B2F-A168-872E-CB95BF7814B7}"/>
              </a:ext>
            </a:extLst>
          </p:cNvPr>
          <p:cNvCxnSpPr>
            <a:cxnSpLocks/>
            <a:stCxn id="57" idx="3"/>
            <a:endCxn id="55" idx="1"/>
          </p:cNvCxnSpPr>
          <p:nvPr/>
        </p:nvCxnSpPr>
        <p:spPr>
          <a:xfrm>
            <a:off x="2056460" y="4126570"/>
            <a:ext cx="573668" cy="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Afbeelding 61">
            <a:extLst>
              <a:ext uri="{FF2B5EF4-FFF2-40B4-BE49-F238E27FC236}">
                <a16:creationId xmlns:a16="http://schemas.microsoft.com/office/drawing/2014/main" id="{93AB7A24-C757-03C4-E33E-ABAD488AA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411" y="4769612"/>
            <a:ext cx="4930567" cy="1386960"/>
          </a:xfrm>
          <a:prstGeom prst="rect">
            <a:avLst/>
          </a:prstGeom>
        </p:spPr>
      </p:pic>
      <p:sp>
        <p:nvSpPr>
          <p:cNvPr id="66" name="Tekstvak 65">
            <a:extLst>
              <a:ext uri="{FF2B5EF4-FFF2-40B4-BE49-F238E27FC236}">
                <a16:creationId xmlns:a16="http://schemas.microsoft.com/office/drawing/2014/main" id="{05EEE5BE-3A43-3277-82EA-86827051D3CD}"/>
              </a:ext>
            </a:extLst>
          </p:cNvPr>
          <p:cNvSpPr txBox="1"/>
          <p:nvPr/>
        </p:nvSpPr>
        <p:spPr>
          <a:xfrm>
            <a:off x="6528620" y="5264267"/>
            <a:ext cx="3465872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Make no </a:t>
            </a:r>
            <a:r>
              <a:rPr lang="nl-NL" sz="1000" dirty="0" err="1"/>
              <a:t>difference</a:t>
            </a:r>
            <a:r>
              <a:rPr lang="nl-NL" sz="1000" dirty="0"/>
              <a:t> </a:t>
            </a:r>
            <a:r>
              <a:rPr lang="nl-NL" sz="1000" dirty="0" err="1"/>
              <a:t>between</a:t>
            </a:r>
            <a:r>
              <a:rPr lang="nl-NL" sz="1000" dirty="0"/>
              <a:t> </a:t>
            </a:r>
            <a:r>
              <a:rPr lang="nl-NL" sz="1000" dirty="0" err="1"/>
              <a:t>upper</a:t>
            </a:r>
            <a:r>
              <a:rPr lang="nl-NL" sz="1000" dirty="0"/>
              <a:t> </a:t>
            </a:r>
            <a:r>
              <a:rPr lang="nl-NL" sz="1000" dirty="0" err="1"/>
              <a:t>an</a:t>
            </a:r>
            <a:r>
              <a:rPr lang="nl-NL" sz="1000" dirty="0"/>
              <a:t> rest in </a:t>
            </a:r>
            <a:r>
              <a:rPr lang="nl-NL" sz="1000" dirty="0" err="1"/>
              <a:t>lining</a:t>
            </a:r>
            <a:r>
              <a:rPr lang="nl-NL" sz="1000" dirty="0"/>
              <a:t>. The </a:t>
            </a:r>
            <a:r>
              <a:rPr lang="nl-NL" sz="1000" dirty="0" err="1"/>
              <a:t>checkbox</a:t>
            </a:r>
            <a:r>
              <a:rPr lang="nl-NL" sz="1000" dirty="0"/>
              <a:t> </a:t>
            </a:r>
            <a:r>
              <a:rPr lang="nl-NL" sz="1000" dirty="0" err="1"/>
              <a:t>should</a:t>
            </a:r>
            <a:r>
              <a:rPr lang="nl-NL" sz="1000" dirty="0"/>
              <a:t> </a:t>
            </a:r>
            <a:r>
              <a:rPr lang="nl-NL" sz="1000" dirty="0" err="1"/>
              <a:t>only</a:t>
            </a:r>
            <a:r>
              <a:rPr lang="nl-NL" sz="1000" dirty="0"/>
              <a:t> say: </a:t>
            </a:r>
            <a:r>
              <a:rPr lang="nl-NL" sz="1000" b="1" dirty="0" err="1"/>
              <a:t>Lining</a:t>
            </a:r>
            <a:endParaRPr lang="nl-NL" sz="1000" b="1" dirty="0"/>
          </a:p>
        </p:txBody>
      </p:sp>
      <p:sp>
        <p:nvSpPr>
          <p:cNvPr id="68" name="Rechthoek 67">
            <a:extLst>
              <a:ext uri="{FF2B5EF4-FFF2-40B4-BE49-F238E27FC236}">
                <a16:creationId xmlns:a16="http://schemas.microsoft.com/office/drawing/2014/main" id="{38AFA2B3-0D84-1885-4A52-91EAEFDB8B58}"/>
              </a:ext>
            </a:extLst>
          </p:cNvPr>
          <p:cNvSpPr/>
          <p:nvPr/>
        </p:nvSpPr>
        <p:spPr>
          <a:xfrm>
            <a:off x="914399" y="4769612"/>
            <a:ext cx="5181601" cy="13869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9" name="Rechte verbindingslijn 68">
            <a:extLst>
              <a:ext uri="{FF2B5EF4-FFF2-40B4-BE49-F238E27FC236}">
                <a16:creationId xmlns:a16="http://schemas.microsoft.com/office/drawing/2014/main" id="{9EF383AA-23CC-8282-3248-83C17CD1B9C1}"/>
              </a:ext>
            </a:extLst>
          </p:cNvPr>
          <p:cNvCxnSpPr>
            <a:cxnSpLocks/>
            <a:stCxn id="68" idx="3"/>
            <a:endCxn id="66" idx="1"/>
          </p:cNvCxnSpPr>
          <p:nvPr/>
        </p:nvCxnSpPr>
        <p:spPr>
          <a:xfrm>
            <a:off x="6096000" y="5463092"/>
            <a:ext cx="432620" cy="1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Afbeelding 72">
            <a:extLst>
              <a:ext uri="{FF2B5EF4-FFF2-40B4-BE49-F238E27FC236}">
                <a16:creationId xmlns:a16="http://schemas.microsoft.com/office/drawing/2014/main" id="{1604046F-DE6A-0354-7361-D46E5A4ED3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4897" y="937790"/>
            <a:ext cx="1531753" cy="548688"/>
          </a:xfrm>
          <a:prstGeom prst="rect">
            <a:avLst/>
          </a:prstGeom>
        </p:spPr>
      </p:pic>
      <p:sp>
        <p:nvSpPr>
          <p:cNvPr id="75" name="Rechthoek 74">
            <a:extLst>
              <a:ext uri="{FF2B5EF4-FFF2-40B4-BE49-F238E27FC236}">
                <a16:creationId xmlns:a16="http://schemas.microsoft.com/office/drawing/2014/main" id="{B91F3693-22F8-F96B-BD2F-94715566268E}"/>
              </a:ext>
            </a:extLst>
          </p:cNvPr>
          <p:cNvSpPr/>
          <p:nvPr/>
        </p:nvSpPr>
        <p:spPr>
          <a:xfrm>
            <a:off x="7334865" y="937790"/>
            <a:ext cx="1474837" cy="60041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7" name="Tekstvak 76">
            <a:extLst>
              <a:ext uri="{FF2B5EF4-FFF2-40B4-BE49-F238E27FC236}">
                <a16:creationId xmlns:a16="http://schemas.microsoft.com/office/drawing/2014/main" id="{F1FC365E-6F92-F6B3-6625-160E8E99F95A}"/>
              </a:ext>
            </a:extLst>
          </p:cNvPr>
          <p:cNvSpPr txBox="1"/>
          <p:nvPr/>
        </p:nvSpPr>
        <p:spPr>
          <a:xfrm>
            <a:off x="9015137" y="1042728"/>
            <a:ext cx="2685249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Show </a:t>
            </a:r>
            <a:r>
              <a:rPr lang="nl-NL" sz="1000" dirty="0" err="1"/>
              <a:t>only</a:t>
            </a:r>
            <a:r>
              <a:rPr lang="nl-NL" sz="1000" dirty="0"/>
              <a:t> </a:t>
            </a:r>
            <a:r>
              <a:rPr lang="nl-NL" sz="1000" dirty="0" err="1"/>
              <a:t>when</a:t>
            </a:r>
            <a:r>
              <a:rPr lang="nl-NL" sz="1000" dirty="0"/>
              <a:t>: </a:t>
            </a:r>
            <a:r>
              <a:rPr lang="nl-NL" sz="1000" b="1" dirty="0" err="1"/>
              <a:t>Leather</a:t>
            </a:r>
            <a:r>
              <a:rPr lang="nl-NL" sz="1000" b="1" dirty="0"/>
              <a:t> </a:t>
            </a:r>
            <a:r>
              <a:rPr lang="nl-NL" sz="1000" dirty="0" err="1"/>
              <a:t>and</a:t>
            </a:r>
            <a:r>
              <a:rPr lang="nl-NL" sz="1000" dirty="0"/>
              <a:t> </a:t>
            </a:r>
            <a:r>
              <a:rPr lang="nl-NL" sz="1000" b="1" dirty="0"/>
              <a:t>Black </a:t>
            </a:r>
            <a:r>
              <a:rPr lang="nl-NL" sz="1000" b="1" dirty="0" err="1"/>
              <a:t>leather</a:t>
            </a:r>
            <a:r>
              <a:rPr lang="nl-NL" sz="1000" b="1" dirty="0"/>
              <a:t> </a:t>
            </a:r>
            <a:r>
              <a:rPr lang="nl-NL" sz="1000" dirty="0"/>
              <a:t>are </a:t>
            </a:r>
            <a:r>
              <a:rPr lang="nl-NL" sz="1000" dirty="0" err="1"/>
              <a:t>checked</a:t>
            </a:r>
            <a:r>
              <a:rPr lang="nl-NL" sz="1000" dirty="0"/>
              <a:t>. </a:t>
            </a:r>
            <a:r>
              <a:rPr lang="nl-NL" sz="1000" b="1" dirty="0"/>
              <a:t> </a:t>
            </a:r>
          </a:p>
        </p:txBody>
      </p:sp>
      <p:cxnSp>
        <p:nvCxnSpPr>
          <p:cNvPr id="78" name="Rechte verbindingslijn 77">
            <a:extLst>
              <a:ext uri="{FF2B5EF4-FFF2-40B4-BE49-F238E27FC236}">
                <a16:creationId xmlns:a16="http://schemas.microsoft.com/office/drawing/2014/main" id="{A5B3C59A-40EA-A82C-4F0E-694BFA0C040F}"/>
              </a:ext>
            </a:extLst>
          </p:cNvPr>
          <p:cNvCxnSpPr>
            <a:cxnSpLocks/>
            <a:stCxn id="75" idx="3"/>
            <a:endCxn id="77" idx="1"/>
          </p:cNvCxnSpPr>
          <p:nvPr/>
        </p:nvCxnSpPr>
        <p:spPr>
          <a:xfrm>
            <a:off x="8809702" y="1237999"/>
            <a:ext cx="205435" cy="4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2" name="Afbeelding 81">
            <a:extLst>
              <a:ext uri="{FF2B5EF4-FFF2-40B4-BE49-F238E27FC236}">
                <a16:creationId xmlns:a16="http://schemas.microsoft.com/office/drawing/2014/main" id="{BA4D1FEC-639E-B1A7-A745-ED6D4F6FA1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3240" y="2244074"/>
            <a:ext cx="1638442" cy="1752752"/>
          </a:xfrm>
          <a:prstGeom prst="rect">
            <a:avLst/>
          </a:prstGeom>
        </p:spPr>
      </p:pic>
      <p:sp>
        <p:nvSpPr>
          <p:cNvPr id="84" name="Tekstvak 83">
            <a:extLst>
              <a:ext uri="{FF2B5EF4-FFF2-40B4-BE49-F238E27FC236}">
                <a16:creationId xmlns:a16="http://schemas.microsoft.com/office/drawing/2014/main" id="{7DCC0940-6794-7765-CEC4-4DE769A09E69}"/>
              </a:ext>
            </a:extLst>
          </p:cNvPr>
          <p:cNvSpPr txBox="1"/>
          <p:nvPr/>
        </p:nvSpPr>
        <p:spPr>
          <a:xfrm>
            <a:off x="9251241" y="2844799"/>
            <a:ext cx="2910349" cy="5539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Enter </a:t>
            </a:r>
            <a:r>
              <a:rPr lang="nl-NL" sz="1000" dirty="0" err="1"/>
              <a:t>an</a:t>
            </a:r>
            <a:r>
              <a:rPr lang="nl-NL" sz="1000" dirty="0"/>
              <a:t> extra </a:t>
            </a:r>
            <a:r>
              <a:rPr lang="nl-NL" sz="1000" dirty="0" err="1"/>
              <a:t>checkbox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: </a:t>
            </a:r>
            <a:r>
              <a:rPr lang="nl-NL" sz="1000" b="1" dirty="0" err="1"/>
              <a:t>Closure</a:t>
            </a:r>
            <a:r>
              <a:rPr lang="nl-NL" sz="1000" b="1" dirty="0"/>
              <a:t> as model</a:t>
            </a:r>
          </a:p>
          <a:p>
            <a:r>
              <a:rPr lang="nl-NL" sz="1000" dirty="0" err="1"/>
              <a:t>When</a:t>
            </a:r>
            <a:r>
              <a:rPr lang="nl-NL" sz="1000" dirty="0"/>
              <a:t> </a:t>
            </a:r>
            <a:r>
              <a:rPr lang="nl-NL" sz="1000" dirty="0" err="1"/>
              <a:t>checked</a:t>
            </a:r>
            <a:r>
              <a:rPr lang="nl-NL" sz="1000" dirty="0"/>
              <a:t>, </a:t>
            </a:r>
            <a:r>
              <a:rPr lang="nl-NL" sz="1000" dirty="0" err="1"/>
              <a:t>then</a:t>
            </a:r>
            <a:r>
              <a:rPr lang="nl-NL" sz="1000" dirty="0"/>
              <a:t> </a:t>
            </a:r>
            <a:r>
              <a:rPr lang="nl-NL" sz="1000" dirty="0" err="1"/>
              <a:t>there</a:t>
            </a:r>
            <a:r>
              <a:rPr lang="nl-NL" sz="1000" dirty="0"/>
              <a:t> </a:t>
            </a:r>
            <a:r>
              <a:rPr lang="nl-NL" sz="1000" dirty="0" err="1"/>
              <a:t>can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no </a:t>
            </a:r>
            <a:r>
              <a:rPr lang="nl-NL" sz="1000" dirty="0" err="1"/>
              <a:t>choices</a:t>
            </a:r>
            <a:r>
              <a:rPr lang="nl-NL" sz="1000" dirty="0"/>
              <a:t> </a:t>
            </a:r>
            <a:r>
              <a:rPr lang="nl-NL" sz="1000" dirty="0" err="1"/>
              <a:t>for</a:t>
            </a:r>
            <a:r>
              <a:rPr lang="nl-NL" sz="1000" dirty="0"/>
              <a:t> </a:t>
            </a:r>
            <a:r>
              <a:rPr lang="nl-NL" sz="1000" dirty="0" err="1"/>
              <a:t>other</a:t>
            </a:r>
            <a:r>
              <a:rPr lang="nl-NL" sz="1000" dirty="0"/>
              <a:t> </a:t>
            </a:r>
            <a:r>
              <a:rPr lang="nl-NL" sz="1000" dirty="0" err="1"/>
              <a:t>closures</a:t>
            </a:r>
            <a:r>
              <a:rPr lang="nl-NL" sz="1000" dirty="0"/>
              <a:t>. </a:t>
            </a:r>
            <a:r>
              <a:rPr lang="nl-NL" sz="1000" b="1" dirty="0"/>
              <a:t> (check box </a:t>
            </a:r>
            <a:r>
              <a:rPr lang="nl-NL" sz="1000" b="1" dirty="0" err="1"/>
              <a:t>by</a:t>
            </a:r>
            <a:r>
              <a:rPr lang="nl-NL" sz="1000" b="1" dirty="0"/>
              <a:t> default)</a:t>
            </a:r>
          </a:p>
        </p:txBody>
      </p:sp>
      <p:sp>
        <p:nvSpPr>
          <p:cNvPr id="86" name="Rechthoek 85">
            <a:extLst>
              <a:ext uri="{FF2B5EF4-FFF2-40B4-BE49-F238E27FC236}">
                <a16:creationId xmlns:a16="http://schemas.microsoft.com/office/drawing/2014/main" id="{25BB6EC7-09A2-E9BB-CC36-5BC0BB521433}"/>
              </a:ext>
            </a:extLst>
          </p:cNvPr>
          <p:cNvSpPr/>
          <p:nvPr/>
        </p:nvSpPr>
        <p:spPr>
          <a:xfrm>
            <a:off x="6990738" y="2244074"/>
            <a:ext cx="1627237" cy="175275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87" name="Rechte verbindingslijn 86">
            <a:extLst>
              <a:ext uri="{FF2B5EF4-FFF2-40B4-BE49-F238E27FC236}">
                <a16:creationId xmlns:a16="http://schemas.microsoft.com/office/drawing/2014/main" id="{1E53B4B5-3BD8-F312-78D8-5B9CA5B37480}"/>
              </a:ext>
            </a:extLst>
          </p:cNvPr>
          <p:cNvCxnSpPr>
            <a:cxnSpLocks/>
            <a:stCxn id="86" idx="3"/>
            <a:endCxn id="84" idx="1"/>
          </p:cNvCxnSpPr>
          <p:nvPr/>
        </p:nvCxnSpPr>
        <p:spPr>
          <a:xfrm>
            <a:off x="8617975" y="3120450"/>
            <a:ext cx="633266" cy="13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kstvak 90">
            <a:extLst>
              <a:ext uri="{FF2B5EF4-FFF2-40B4-BE49-F238E27FC236}">
                <a16:creationId xmlns:a16="http://schemas.microsoft.com/office/drawing/2014/main" id="{EA242797-2EAC-FCAC-ADD2-3D1905977F69}"/>
              </a:ext>
            </a:extLst>
          </p:cNvPr>
          <p:cNvSpPr txBox="1"/>
          <p:nvPr/>
        </p:nvSpPr>
        <p:spPr>
          <a:xfrm>
            <a:off x="8695718" y="3527465"/>
            <a:ext cx="3465872" cy="861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When</a:t>
            </a:r>
            <a:r>
              <a:rPr lang="nl-NL" sz="1000" dirty="0"/>
              <a:t> a client wants </a:t>
            </a:r>
            <a:r>
              <a:rPr lang="nl-NL" sz="1000" dirty="0" err="1"/>
              <a:t>to</a:t>
            </a:r>
            <a:r>
              <a:rPr lang="nl-NL" sz="1000" dirty="0"/>
              <a:t> </a:t>
            </a:r>
            <a:r>
              <a:rPr lang="nl-NL" sz="1000" dirty="0" err="1"/>
              <a:t>choos</a:t>
            </a:r>
            <a:r>
              <a:rPr lang="nl-NL" sz="1000" dirty="0"/>
              <a:t> a different </a:t>
            </a:r>
            <a:r>
              <a:rPr lang="nl-NL" sz="1000" dirty="0" err="1"/>
              <a:t>closure</a:t>
            </a:r>
            <a:r>
              <a:rPr lang="nl-NL" sz="1000" dirty="0"/>
              <a:t> on a model </a:t>
            </a:r>
            <a:r>
              <a:rPr lang="nl-NL" sz="1000" dirty="0" err="1"/>
              <a:t>then</a:t>
            </a:r>
            <a:r>
              <a:rPr lang="nl-NL" sz="1000" dirty="0"/>
              <a:t>  a </a:t>
            </a:r>
            <a:r>
              <a:rPr lang="nl-NL" sz="1000" dirty="0" err="1"/>
              <a:t>popup</a:t>
            </a:r>
            <a:r>
              <a:rPr lang="nl-NL" sz="1000" dirty="0"/>
              <a:t> must </a:t>
            </a:r>
            <a:r>
              <a:rPr lang="nl-NL" sz="1000" dirty="0" err="1"/>
              <a:t>apear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following</a:t>
            </a:r>
            <a:r>
              <a:rPr lang="nl-NL" sz="1000" dirty="0"/>
              <a:t> tekst: </a:t>
            </a:r>
            <a:r>
              <a:rPr lang="nl-NL" sz="1000" b="1" dirty="0"/>
              <a:t>A </a:t>
            </a:r>
            <a:r>
              <a:rPr lang="nl-NL" sz="1000" b="1" dirty="0" err="1"/>
              <a:t>surcharge</a:t>
            </a:r>
            <a:r>
              <a:rPr lang="nl-NL" sz="1000" b="1" dirty="0"/>
              <a:t> </a:t>
            </a:r>
            <a:r>
              <a:rPr lang="nl-NL" sz="1000" b="1" dirty="0" err="1"/>
              <a:t>may</a:t>
            </a:r>
            <a:r>
              <a:rPr lang="nl-NL" sz="1000" b="1" dirty="0"/>
              <a:t> </a:t>
            </a:r>
            <a:r>
              <a:rPr lang="nl-NL" sz="1000" b="1" dirty="0" err="1"/>
              <a:t>apply</a:t>
            </a:r>
            <a:r>
              <a:rPr lang="nl-NL" sz="1000" b="1" dirty="0"/>
              <a:t> </a:t>
            </a:r>
            <a:r>
              <a:rPr lang="nl-NL" sz="1000" b="1" dirty="0" err="1"/>
              <a:t>if</a:t>
            </a:r>
            <a:r>
              <a:rPr lang="nl-NL" sz="1000" b="1" dirty="0"/>
              <a:t> </a:t>
            </a:r>
            <a:r>
              <a:rPr lang="nl-NL" sz="1000" b="1" dirty="0" err="1"/>
              <a:t>closures</a:t>
            </a:r>
            <a:r>
              <a:rPr lang="nl-NL" sz="1000" b="1" dirty="0"/>
              <a:t> </a:t>
            </a:r>
            <a:r>
              <a:rPr lang="nl-NL" sz="1000" b="1" dirty="0" err="1"/>
              <a:t>other</a:t>
            </a:r>
            <a:r>
              <a:rPr lang="nl-NL" sz="1000" b="1" dirty="0"/>
              <a:t> </a:t>
            </a:r>
            <a:r>
              <a:rPr lang="nl-NL" sz="1000" b="1" dirty="0" err="1"/>
              <a:t>than</a:t>
            </a:r>
            <a:r>
              <a:rPr lang="nl-NL" sz="1000" b="1" dirty="0"/>
              <a:t> </a:t>
            </a:r>
            <a:r>
              <a:rPr lang="nl-NL" sz="1000" b="1" dirty="0" err="1"/>
              <a:t>the</a:t>
            </a:r>
            <a:r>
              <a:rPr lang="nl-NL" sz="1000" b="1" dirty="0"/>
              <a:t> standard </a:t>
            </a:r>
            <a:r>
              <a:rPr lang="nl-NL" sz="1000" b="1" dirty="0" err="1"/>
              <a:t>closure</a:t>
            </a:r>
            <a:r>
              <a:rPr lang="nl-NL" sz="1000" b="1" dirty="0"/>
              <a:t> is </a:t>
            </a:r>
            <a:r>
              <a:rPr lang="nl-NL" sz="1000" b="1" dirty="0" err="1"/>
              <a:t>chosen</a:t>
            </a:r>
            <a:r>
              <a:rPr lang="nl-NL" sz="1000" b="1" dirty="0"/>
              <a:t>.</a:t>
            </a:r>
          </a:p>
          <a:p>
            <a:endParaRPr lang="nl-NL" sz="1000" dirty="0"/>
          </a:p>
        </p:txBody>
      </p:sp>
    </p:spTree>
    <p:extLst>
      <p:ext uri="{BB962C8B-B14F-4D97-AF65-F5344CB8AC3E}">
        <p14:creationId xmlns:p14="http://schemas.microsoft.com/office/powerpoint/2010/main" val="144110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20A66E0-9202-CC00-2195-D51C7B708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60" y="764783"/>
            <a:ext cx="2644369" cy="1120237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9792FEA8-1FDC-77CB-905A-1E9B8A0B8ED3}"/>
              </a:ext>
            </a:extLst>
          </p:cNvPr>
          <p:cNvSpPr/>
          <p:nvPr/>
        </p:nvSpPr>
        <p:spPr>
          <a:xfrm>
            <a:off x="703261" y="855413"/>
            <a:ext cx="2644368" cy="122931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BFC4AD6-F6EA-2707-A308-58BE72B4C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17" y="170584"/>
            <a:ext cx="1005927" cy="243861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46747FAD-9905-F4A7-BF21-ADE2179C6EC8}"/>
              </a:ext>
            </a:extLst>
          </p:cNvPr>
          <p:cNvSpPr txBox="1"/>
          <p:nvPr/>
        </p:nvSpPr>
        <p:spPr>
          <a:xfrm>
            <a:off x="3833668" y="1270970"/>
            <a:ext cx="2910349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When</a:t>
            </a:r>
            <a:r>
              <a:rPr lang="nl-NL" sz="1000" dirty="0"/>
              <a:t> stretch is </a:t>
            </a:r>
            <a:r>
              <a:rPr lang="nl-NL" sz="1000" dirty="0" err="1"/>
              <a:t>checked</a:t>
            </a:r>
            <a:r>
              <a:rPr lang="nl-NL" sz="1000" dirty="0"/>
              <a:t>, show </a:t>
            </a:r>
            <a:r>
              <a:rPr lang="nl-NL" sz="1000" dirty="0" err="1"/>
              <a:t>popup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: </a:t>
            </a:r>
            <a:r>
              <a:rPr lang="en-US" sz="1000" b="1" dirty="0"/>
              <a:t>Stretch is only possible if the model allows it.</a:t>
            </a:r>
            <a:endParaRPr lang="nl-NL" sz="1000" b="1" dirty="0"/>
          </a:p>
        </p:txBody>
      </p: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3695A780-82D7-BC5B-AE9A-7F219271471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347629" y="1470072"/>
            <a:ext cx="486039" cy="9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A20EA58B-27BC-6F77-9EE5-C7B6A0244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60" y="2402481"/>
            <a:ext cx="1691787" cy="853514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F5C9C4D3-D36F-B8B0-4508-CC5FD55290C5}"/>
              </a:ext>
            </a:extLst>
          </p:cNvPr>
          <p:cNvSpPr txBox="1"/>
          <p:nvPr/>
        </p:nvSpPr>
        <p:spPr>
          <a:xfrm>
            <a:off x="3833667" y="2622903"/>
            <a:ext cx="679339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Delete</a:t>
            </a:r>
            <a:endParaRPr lang="nl-NL" sz="1000" b="1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D16464A1-9B69-C684-19C5-55158E43E48D}"/>
              </a:ext>
            </a:extLst>
          </p:cNvPr>
          <p:cNvSpPr/>
          <p:nvPr/>
        </p:nvSpPr>
        <p:spPr>
          <a:xfrm>
            <a:off x="703261" y="2239513"/>
            <a:ext cx="2644368" cy="1016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E7C6A994-5820-2B87-4A34-6ADE9EAFA633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 flipV="1">
            <a:off x="3347629" y="2746014"/>
            <a:ext cx="486038" cy="17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E59B5F69-3B83-75B0-886E-77AA7C099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60" y="3573745"/>
            <a:ext cx="2209992" cy="1112616"/>
          </a:xfrm>
          <a:prstGeom prst="rect">
            <a:avLst/>
          </a:prstGeom>
        </p:spPr>
      </p:pic>
      <p:sp>
        <p:nvSpPr>
          <p:cNvPr id="25" name="Rechthoek 24">
            <a:extLst>
              <a:ext uri="{FF2B5EF4-FFF2-40B4-BE49-F238E27FC236}">
                <a16:creationId xmlns:a16="http://schemas.microsoft.com/office/drawing/2014/main" id="{95D62859-C802-8755-7B66-A72831C45B46}"/>
              </a:ext>
            </a:extLst>
          </p:cNvPr>
          <p:cNvSpPr/>
          <p:nvPr/>
        </p:nvSpPr>
        <p:spPr>
          <a:xfrm>
            <a:off x="703259" y="3409037"/>
            <a:ext cx="2644368" cy="1277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9" name="Afbeelding 28">
            <a:extLst>
              <a:ext uri="{FF2B5EF4-FFF2-40B4-BE49-F238E27FC236}">
                <a16:creationId xmlns:a16="http://schemas.microsoft.com/office/drawing/2014/main" id="{A315C9D9-0946-1089-F8DB-A76616EC1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82" y="4946521"/>
            <a:ext cx="3842854" cy="1785852"/>
          </a:xfrm>
          <a:prstGeom prst="rect">
            <a:avLst/>
          </a:prstGeom>
        </p:spPr>
      </p:pic>
      <p:sp>
        <p:nvSpPr>
          <p:cNvPr id="31" name="Rechthoek 30">
            <a:extLst>
              <a:ext uri="{FF2B5EF4-FFF2-40B4-BE49-F238E27FC236}">
                <a16:creationId xmlns:a16="http://schemas.microsoft.com/office/drawing/2014/main" id="{14D68231-9157-F917-C8BE-FE17B42C6829}"/>
              </a:ext>
            </a:extLst>
          </p:cNvPr>
          <p:cNvSpPr/>
          <p:nvPr/>
        </p:nvSpPr>
        <p:spPr>
          <a:xfrm>
            <a:off x="703258" y="4851069"/>
            <a:ext cx="4085052" cy="1979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3" name="Afbeelding 32">
            <a:extLst>
              <a:ext uri="{FF2B5EF4-FFF2-40B4-BE49-F238E27FC236}">
                <a16:creationId xmlns:a16="http://schemas.microsoft.com/office/drawing/2014/main" id="{746F6039-284E-8808-0E5E-C198934623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4295" y="756601"/>
            <a:ext cx="1447925" cy="914479"/>
          </a:xfrm>
          <a:prstGeom prst="rect">
            <a:avLst/>
          </a:prstGeom>
        </p:spPr>
      </p:pic>
      <p:sp>
        <p:nvSpPr>
          <p:cNvPr id="35" name="Rechthoek 34">
            <a:extLst>
              <a:ext uri="{FF2B5EF4-FFF2-40B4-BE49-F238E27FC236}">
                <a16:creationId xmlns:a16="http://schemas.microsoft.com/office/drawing/2014/main" id="{9B0D2C1B-E136-A267-EFA5-F8B377984787}"/>
              </a:ext>
            </a:extLst>
          </p:cNvPr>
          <p:cNvSpPr/>
          <p:nvPr/>
        </p:nvSpPr>
        <p:spPr>
          <a:xfrm>
            <a:off x="7584295" y="764783"/>
            <a:ext cx="1156582" cy="9062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A894AA98-D7D0-3A23-A89E-A41A69ECB4F8}"/>
              </a:ext>
            </a:extLst>
          </p:cNvPr>
          <p:cNvSpPr txBox="1"/>
          <p:nvPr/>
        </p:nvSpPr>
        <p:spPr>
          <a:xfrm>
            <a:off x="9241485" y="1093573"/>
            <a:ext cx="679339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Delete</a:t>
            </a:r>
            <a:endParaRPr lang="nl-NL" sz="1000" b="1" dirty="0"/>
          </a:p>
        </p:txBody>
      </p: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E871FD6D-0A63-B42F-58B7-140F2A90C983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8740877" y="1216684"/>
            <a:ext cx="500608" cy="12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Afbeelding 41">
            <a:extLst>
              <a:ext uri="{FF2B5EF4-FFF2-40B4-BE49-F238E27FC236}">
                <a16:creationId xmlns:a16="http://schemas.microsoft.com/office/drawing/2014/main" id="{95873B66-1389-AA8E-021A-B5C9CD4F06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4295" y="1853104"/>
            <a:ext cx="1226926" cy="838273"/>
          </a:xfrm>
          <a:prstGeom prst="rect">
            <a:avLst/>
          </a:prstGeom>
        </p:spPr>
      </p:pic>
      <p:sp>
        <p:nvSpPr>
          <p:cNvPr id="44" name="Rechthoek 43">
            <a:extLst>
              <a:ext uri="{FF2B5EF4-FFF2-40B4-BE49-F238E27FC236}">
                <a16:creationId xmlns:a16="http://schemas.microsoft.com/office/drawing/2014/main" id="{B45B533F-E7AE-EF36-9FDA-360B3F37CF70}"/>
              </a:ext>
            </a:extLst>
          </p:cNvPr>
          <p:cNvSpPr/>
          <p:nvPr/>
        </p:nvSpPr>
        <p:spPr>
          <a:xfrm>
            <a:off x="7580139" y="1785080"/>
            <a:ext cx="1156582" cy="9062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5" name="Tekstvak 44">
            <a:extLst>
              <a:ext uri="{FF2B5EF4-FFF2-40B4-BE49-F238E27FC236}">
                <a16:creationId xmlns:a16="http://schemas.microsoft.com/office/drawing/2014/main" id="{59B8D1EC-BB62-052A-D864-D8EC3010BCE7}"/>
              </a:ext>
            </a:extLst>
          </p:cNvPr>
          <p:cNvSpPr txBox="1"/>
          <p:nvPr/>
        </p:nvSpPr>
        <p:spPr>
          <a:xfrm>
            <a:off x="9241484" y="2119633"/>
            <a:ext cx="679339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Delete</a:t>
            </a:r>
            <a:endParaRPr lang="nl-NL" sz="1000" b="1" dirty="0"/>
          </a:p>
        </p:txBody>
      </p: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CCB75EE8-1FF2-C1BA-1143-4262549A8510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>
            <a:off x="8736721" y="2238229"/>
            <a:ext cx="504763" cy="4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Afbeelding 52">
            <a:extLst>
              <a:ext uri="{FF2B5EF4-FFF2-40B4-BE49-F238E27FC236}">
                <a16:creationId xmlns:a16="http://schemas.microsoft.com/office/drawing/2014/main" id="{3B0A6255-A47C-2011-23EE-4E69BCFAC3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0142" y="2877423"/>
            <a:ext cx="1752752" cy="586791"/>
          </a:xfrm>
          <a:prstGeom prst="rect">
            <a:avLst/>
          </a:prstGeom>
        </p:spPr>
      </p:pic>
      <p:sp>
        <p:nvSpPr>
          <p:cNvPr id="55" name="Rechthoek 54">
            <a:extLst>
              <a:ext uri="{FF2B5EF4-FFF2-40B4-BE49-F238E27FC236}">
                <a16:creationId xmlns:a16="http://schemas.microsoft.com/office/drawing/2014/main" id="{CDC21FC5-C31E-CBCD-A034-577D70BC40F3}"/>
              </a:ext>
            </a:extLst>
          </p:cNvPr>
          <p:cNvSpPr/>
          <p:nvPr/>
        </p:nvSpPr>
        <p:spPr>
          <a:xfrm>
            <a:off x="7580139" y="2805377"/>
            <a:ext cx="1661347" cy="65883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6" name="Tekstvak 55">
            <a:extLst>
              <a:ext uri="{FF2B5EF4-FFF2-40B4-BE49-F238E27FC236}">
                <a16:creationId xmlns:a16="http://schemas.microsoft.com/office/drawing/2014/main" id="{04BC5CAD-74C5-1FBA-8D1C-B271258B90EF}"/>
              </a:ext>
            </a:extLst>
          </p:cNvPr>
          <p:cNvSpPr txBox="1"/>
          <p:nvPr/>
        </p:nvSpPr>
        <p:spPr>
          <a:xfrm>
            <a:off x="3804170" y="3927110"/>
            <a:ext cx="679339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</a:t>
            </a:r>
          </a:p>
        </p:txBody>
      </p:sp>
      <p:cxnSp>
        <p:nvCxnSpPr>
          <p:cNvPr id="57" name="Rechte verbindingslijn 56">
            <a:extLst>
              <a:ext uri="{FF2B5EF4-FFF2-40B4-BE49-F238E27FC236}">
                <a16:creationId xmlns:a16="http://schemas.microsoft.com/office/drawing/2014/main" id="{F678BF45-2EDB-65D7-F51A-ED9CD1EE27E2}"/>
              </a:ext>
            </a:extLst>
          </p:cNvPr>
          <p:cNvCxnSpPr>
            <a:cxnSpLocks/>
            <a:stCxn id="25" idx="3"/>
            <a:endCxn id="56" idx="1"/>
          </p:cNvCxnSpPr>
          <p:nvPr/>
        </p:nvCxnSpPr>
        <p:spPr>
          <a:xfrm>
            <a:off x="3347627" y="4047699"/>
            <a:ext cx="456543" cy="25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kstvak 58">
            <a:extLst>
              <a:ext uri="{FF2B5EF4-FFF2-40B4-BE49-F238E27FC236}">
                <a16:creationId xmlns:a16="http://schemas.microsoft.com/office/drawing/2014/main" id="{3546E714-A253-FF0B-066F-49D0894E8F5E}"/>
              </a:ext>
            </a:extLst>
          </p:cNvPr>
          <p:cNvSpPr txBox="1"/>
          <p:nvPr/>
        </p:nvSpPr>
        <p:spPr>
          <a:xfrm>
            <a:off x="5264515" y="5715151"/>
            <a:ext cx="679339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</a:t>
            </a:r>
            <a:endParaRPr lang="nl-NL" sz="1000" b="1" dirty="0"/>
          </a:p>
        </p:txBody>
      </p:sp>
      <p:cxnSp>
        <p:nvCxnSpPr>
          <p:cNvPr id="60" name="Rechte verbindingslijn 59">
            <a:extLst>
              <a:ext uri="{FF2B5EF4-FFF2-40B4-BE49-F238E27FC236}">
                <a16:creationId xmlns:a16="http://schemas.microsoft.com/office/drawing/2014/main" id="{139D2B12-D6F6-7E08-0D58-49565D90AF95}"/>
              </a:ext>
            </a:extLst>
          </p:cNvPr>
          <p:cNvCxnSpPr>
            <a:cxnSpLocks/>
            <a:stCxn id="31" idx="3"/>
            <a:endCxn id="59" idx="1"/>
          </p:cNvCxnSpPr>
          <p:nvPr/>
        </p:nvCxnSpPr>
        <p:spPr>
          <a:xfrm flipV="1">
            <a:off x="4788310" y="5838262"/>
            <a:ext cx="476205" cy="2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kstvak 63">
            <a:extLst>
              <a:ext uri="{FF2B5EF4-FFF2-40B4-BE49-F238E27FC236}">
                <a16:creationId xmlns:a16="http://schemas.microsoft.com/office/drawing/2014/main" id="{F4D7A75F-903E-7875-34B1-1DFD8F16D576}"/>
              </a:ext>
            </a:extLst>
          </p:cNvPr>
          <p:cNvSpPr txBox="1"/>
          <p:nvPr/>
        </p:nvSpPr>
        <p:spPr>
          <a:xfrm>
            <a:off x="9576491" y="3013085"/>
            <a:ext cx="679339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</a:t>
            </a:r>
            <a:endParaRPr lang="nl-NL" sz="1000" b="1" dirty="0"/>
          </a:p>
        </p:txBody>
      </p: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5E22FE77-A631-0689-0A58-99F3D26DA644}"/>
              </a:ext>
            </a:extLst>
          </p:cNvPr>
          <p:cNvCxnSpPr>
            <a:cxnSpLocks/>
            <a:stCxn id="55" idx="3"/>
            <a:endCxn id="64" idx="1"/>
          </p:cNvCxnSpPr>
          <p:nvPr/>
        </p:nvCxnSpPr>
        <p:spPr>
          <a:xfrm>
            <a:off x="9241486" y="3134796"/>
            <a:ext cx="335005" cy="1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18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14AFEDD-C658-64C3-E270-4D1734B57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08" y="456328"/>
            <a:ext cx="739204" cy="28196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93224F6-E52D-D8AF-D072-EA2DFEC0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08" y="1016021"/>
            <a:ext cx="2446232" cy="3292125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DD7D77AA-4C1D-8FCA-5406-90F229EC98BA}"/>
              </a:ext>
            </a:extLst>
          </p:cNvPr>
          <p:cNvSpPr/>
          <p:nvPr/>
        </p:nvSpPr>
        <p:spPr>
          <a:xfrm>
            <a:off x="703261" y="855413"/>
            <a:ext cx="2504079" cy="36084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CBD62A0B-858D-A219-6B1D-B73BC09832C9}"/>
              </a:ext>
            </a:extLst>
          </p:cNvPr>
          <p:cNvSpPr/>
          <p:nvPr/>
        </p:nvSpPr>
        <p:spPr>
          <a:xfrm>
            <a:off x="993057" y="1691149"/>
            <a:ext cx="1356853" cy="1278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0FCC5173-8176-7DE7-1D52-755F77E8CF66}"/>
              </a:ext>
            </a:extLst>
          </p:cNvPr>
          <p:cNvSpPr txBox="1"/>
          <p:nvPr/>
        </p:nvSpPr>
        <p:spPr>
          <a:xfrm>
            <a:off x="3607599" y="2246464"/>
            <a:ext cx="1701820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Delete </a:t>
            </a:r>
            <a:r>
              <a:rPr lang="nl-NL" sz="1000" dirty="0" err="1"/>
              <a:t>for</a:t>
            </a:r>
            <a:r>
              <a:rPr lang="nl-NL" sz="1000" dirty="0"/>
              <a:t> </a:t>
            </a:r>
            <a:r>
              <a:rPr lang="nl-NL" sz="1000" dirty="0" err="1"/>
              <a:t>all</a:t>
            </a:r>
            <a:r>
              <a:rPr lang="nl-NL" sz="1000" dirty="0"/>
              <a:t> heel types</a:t>
            </a:r>
            <a:endParaRPr lang="nl-NL" sz="1000" b="1" dirty="0"/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65560AE2-840E-DD5D-FDA0-E9EEF19D632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349910" y="2369575"/>
            <a:ext cx="12576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kstvak 16">
            <a:extLst>
              <a:ext uri="{FF2B5EF4-FFF2-40B4-BE49-F238E27FC236}">
                <a16:creationId xmlns:a16="http://schemas.microsoft.com/office/drawing/2014/main" id="{423D0432-63A3-EAC5-D214-BE09942C1E59}"/>
              </a:ext>
            </a:extLst>
          </p:cNvPr>
          <p:cNvSpPr txBox="1"/>
          <p:nvPr/>
        </p:nvSpPr>
        <p:spPr>
          <a:xfrm>
            <a:off x="3607599" y="2723122"/>
            <a:ext cx="679339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</a:t>
            </a:r>
            <a:endParaRPr lang="nl-NL" sz="1000" b="1" dirty="0"/>
          </a:p>
        </p:txBody>
      </p: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741999D6-8517-1CB4-4239-871D4B3E7687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3207340" y="2659629"/>
            <a:ext cx="400259" cy="186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304FF6C4-72FC-9B32-9316-76FEC0252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08" y="5138973"/>
            <a:ext cx="4738104" cy="465254"/>
          </a:xfrm>
          <a:prstGeom prst="rect">
            <a:avLst/>
          </a:prstGeom>
        </p:spPr>
      </p:pic>
      <p:sp>
        <p:nvSpPr>
          <p:cNvPr id="24" name="Rechthoek 23">
            <a:extLst>
              <a:ext uri="{FF2B5EF4-FFF2-40B4-BE49-F238E27FC236}">
                <a16:creationId xmlns:a16="http://schemas.microsoft.com/office/drawing/2014/main" id="{C4AE42B6-480B-4224-0545-60C0960168B1}"/>
              </a:ext>
            </a:extLst>
          </p:cNvPr>
          <p:cNvSpPr/>
          <p:nvPr/>
        </p:nvSpPr>
        <p:spPr>
          <a:xfrm>
            <a:off x="703261" y="5138973"/>
            <a:ext cx="4795951" cy="52272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14D030EE-2610-39F4-AAAD-185C19A3D0B9}"/>
              </a:ext>
            </a:extLst>
          </p:cNvPr>
          <p:cNvSpPr txBox="1"/>
          <p:nvPr/>
        </p:nvSpPr>
        <p:spPr>
          <a:xfrm>
            <a:off x="1598833" y="6046888"/>
            <a:ext cx="3000710" cy="55399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Keep, </a:t>
            </a:r>
            <a:r>
              <a:rPr lang="nl-NL" sz="1000" dirty="0" err="1"/>
              <a:t>autofill</a:t>
            </a:r>
            <a:r>
              <a:rPr lang="nl-NL" sz="1000" dirty="0"/>
              <a:t> </a:t>
            </a:r>
            <a:r>
              <a:rPr lang="nl-NL" sz="1000" dirty="0" err="1"/>
              <a:t>this</a:t>
            </a:r>
            <a:r>
              <a:rPr lang="nl-NL" sz="1000" dirty="0"/>
              <a:t> </a:t>
            </a:r>
            <a:r>
              <a:rPr lang="nl-NL" sz="1000" dirty="0" err="1"/>
              <a:t>from</a:t>
            </a:r>
            <a:r>
              <a:rPr lang="nl-NL" sz="1000" dirty="0"/>
              <a:t> : </a:t>
            </a:r>
            <a:r>
              <a:rPr lang="nl-NL" sz="1000" b="1" dirty="0"/>
              <a:t>Last &amp; fitting </a:t>
            </a:r>
            <a:r>
              <a:rPr lang="nl-NL" sz="1000" b="1" dirty="0" err="1"/>
              <a:t>shoe</a:t>
            </a:r>
            <a:r>
              <a:rPr lang="nl-NL" sz="1000" b="1" dirty="0"/>
              <a:t> </a:t>
            </a:r>
            <a:r>
              <a:rPr lang="nl-NL" sz="1000" dirty="0" err="1"/>
              <a:t>and</a:t>
            </a:r>
            <a:r>
              <a:rPr lang="nl-NL" sz="1000" dirty="0"/>
              <a:t> </a:t>
            </a:r>
            <a:r>
              <a:rPr lang="nl-NL" sz="1000" b="1" dirty="0" err="1"/>
              <a:t>supplements</a:t>
            </a:r>
            <a:r>
              <a:rPr lang="nl-NL" sz="1000" b="1" dirty="0"/>
              <a:t> </a:t>
            </a:r>
            <a:r>
              <a:rPr lang="nl-NL" sz="1000" dirty="0"/>
              <a:t>tab. </a:t>
            </a:r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it</a:t>
            </a:r>
            <a:r>
              <a:rPr lang="nl-NL" sz="1000" dirty="0"/>
              <a:t> is </a:t>
            </a:r>
            <a:r>
              <a:rPr lang="nl-NL" sz="1000" dirty="0" err="1"/>
              <a:t>not</a:t>
            </a:r>
            <a:r>
              <a:rPr lang="nl-NL" sz="1000" dirty="0"/>
              <a:t> </a:t>
            </a:r>
            <a:r>
              <a:rPr lang="nl-NL" sz="1000" dirty="0" err="1"/>
              <a:t>filled</a:t>
            </a:r>
            <a:r>
              <a:rPr lang="nl-NL" sz="1000" dirty="0"/>
              <a:t> in </a:t>
            </a:r>
            <a:r>
              <a:rPr lang="nl-NL" sz="1000" dirty="0" err="1"/>
              <a:t>earlier</a:t>
            </a:r>
            <a:r>
              <a:rPr lang="nl-NL" sz="1000" dirty="0"/>
              <a:t> in </a:t>
            </a:r>
            <a:r>
              <a:rPr lang="nl-NL" sz="1000" dirty="0" err="1"/>
              <a:t>the</a:t>
            </a:r>
            <a:r>
              <a:rPr lang="nl-NL" sz="1000" dirty="0"/>
              <a:t> form, </a:t>
            </a:r>
            <a:r>
              <a:rPr lang="nl-NL" sz="1000" dirty="0" err="1"/>
              <a:t>then</a:t>
            </a:r>
            <a:r>
              <a:rPr lang="nl-NL" sz="1000" dirty="0"/>
              <a:t> make </a:t>
            </a:r>
            <a:r>
              <a:rPr lang="nl-NL" sz="1000" dirty="0" err="1"/>
              <a:t>it</a:t>
            </a:r>
            <a:r>
              <a:rPr lang="nl-NL" sz="1000" dirty="0"/>
              <a:t> a </a:t>
            </a:r>
            <a:r>
              <a:rPr lang="nl-NL" sz="1000" dirty="0" err="1"/>
              <a:t>required</a:t>
            </a:r>
            <a:r>
              <a:rPr lang="nl-NL" sz="1000" dirty="0"/>
              <a:t> field. </a:t>
            </a:r>
            <a:endParaRPr lang="nl-NL" sz="1000" b="1" dirty="0"/>
          </a:p>
        </p:txBody>
      </p: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8A047DEF-86DD-711A-D06A-B25B70E52194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flipH="1">
            <a:off x="3099188" y="5661700"/>
            <a:ext cx="2049" cy="3851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Afbeelding 30">
            <a:extLst>
              <a:ext uri="{FF2B5EF4-FFF2-40B4-BE49-F238E27FC236}">
                <a16:creationId xmlns:a16="http://schemas.microsoft.com/office/drawing/2014/main" id="{5F32BA52-C028-9FF6-D382-62CC2D9A9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7175" y="943010"/>
            <a:ext cx="1798476" cy="586791"/>
          </a:xfrm>
          <a:prstGeom prst="rect">
            <a:avLst/>
          </a:prstGeom>
        </p:spPr>
      </p:pic>
      <p:sp>
        <p:nvSpPr>
          <p:cNvPr id="33" name="Rechthoek 32">
            <a:extLst>
              <a:ext uri="{FF2B5EF4-FFF2-40B4-BE49-F238E27FC236}">
                <a16:creationId xmlns:a16="http://schemas.microsoft.com/office/drawing/2014/main" id="{6F67D8B0-674B-75AC-88A4-4D8AEF179F68}"/>
              </a:ext>
            </a:extLst>
          </p:cNvPr>
          <p:cNvSpPr/>
          <p:nvPr/>
        </p:nvSpPr>
        <p:spPr>
          <a:xfrm>
            <a:off x="7553839" y="944785"/>
            <a:ext cx="1725148" cy="65159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FCB529BD-CDA8-9D3F-F36D-95FD46BF2648}"/>
              </a:ext>
            </a:extLst>
          </p:cNvPr>
          <p:cNvSpPr txBox="1"/>
          <p:nvPr/>
        </p:nvSpPr>
        <p:spPr>
          <a:xfrm>
            <a:off x="9787173" y="1145694"/>
            <a:ext cx="2119692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Keep, </a:t>
            </a:r>
            <a:r>
              <a:rPr lang="nl-NL" sz="1000" dirty="0" err="1"/>
              <a:t>Measurement</a:t>
            </a:r>
            <a:r>
              <a:rPr lang="nl-NL" sz="1000" dirty="0"/>
              <a:t> back default</a:t>
            </a:r>
            <a:endParaRPr lang="nl-NL" sz="1000" b="1" dirty="0"/>
          </a:p>
        </p:txBody>
      </p:sp>
      <p:cxnSp>
        <p:nvCxnSpPr>
          <p:cNvPr id="36" name="Rechte verbindingslijn 35">
            <a:extLst>
              <a:ext uri="{FF2B5EF4-FFF2-40B4-BE49-F238E27FC236}">
                <a16:creationId xmlns:a16="http://schemas.microsoft.com/office/drawing/2014/main" id="{FAF022C0-4D8B-1180-E553-47E428303A46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 flipV="1">
            <a:off x="9278987" y="1268805"/>
            <a:ext cx="508186" cy="1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Afbeelding 40">
            <a:extLst>
              <a:ext uri="{FF2B5EF4-FFF2-40B4-BE49-F238E27FC236}">
                <a16:creationId xmlns:a16="http://schemas.microsoft.com/office/drawing/2014/main" id="{C85B2D30-2602-AD64-2DCE-62F1CA538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026" y="3908327"/>
            <a:ext cx="5456393" cy="2606266"/>
          </a:xfrm>
          <a:prstGeom prst="rect">
            <a:avLst/>
          </a:prstGeom>
        </p:spPr>
      </p:pic>
      <p:sp>
        <p:nvSpPr>
          <p:cNvPr id="43" name="Rechthoek 42">
            <a:extLst>
              <a:ext uri="{FF2B5EF4-FFF2-40B4-BE49-F238E27FC236}">
                <a16:creationId xmlns:a16="http://schemas.microsoft.com/office/drawing/2014/main" id="{25FFC564-3D05-66CC-278D-9303B160D240}"/>
              </a:ext>
            </a:extLst>
          </p:cNvPr>
          <p:cNvSpPr/>
          <p:nvPr/>
        </p:nvSpPr>
        <p:spPr>
          <a:xfrm>
            <a:off x="5968299" y="3822021"/>
            <a:ext cx="5456392" cy="26925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5" name="Tekstvak 44">
            <a:extLst>
              <a:ext uri="{FF2B5EF4-FFF2-40B4-BE49-F238E27FC236}">
                <a16:creationId xmlns:a16="http://schemas.microsoft.com/office/drawing/2014/main" id="{CFC4E373-E628-1B8F-CF4C-6BEF9221ABCC}"/>
              </a:ext>
            </a:extLst>
          </p:cNvPr>
          <p:cNvSpPr txBox="1"/>
          <p:nvPr/>
        </p:nvSpPr>
        <p:spPr>
          <a:xfrm>
            <a:off x="7642327" y="3169471"/>
            <a:ext cx="2119692" cy="40011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Rocker </a:t>
            </a:r>
            <a:r>
              <a:rPr lang="nl-NL" sz="1000" dirty="0" err="1"/>
              <a:t>sole</a:t>
            </a:r>
            <a:r>
              <a:rPr lang="nl-NL" sz="1000" dirty="0"/>
              <a:t>: </a:t>
            </a:r>
            <a:r>
              <a:rPr lang="nl-NL" sz="1000" b="1" dirty="0"/>
              <a:t>yes/no </a:t>
            </a:r>
            <a:r>
              <a:rPr lang="nl-NL" sz="1000" dirty="0" err="1"/>
              <a:t>if</a:t>
            </a:r>
            <a:r>
              <a:rPr lang="nl-NL" sz="1000" dirty="0"/>
              <a:t> yes, </a:t>
            </a:r>
            <a:r>
              <a:rPr lang="nl-NL" sz="1000" dirty="0" err="1"/>
              <a:t>then</a:t>
            </a:r>
            <a:r>
              <a:rPr lang="nl-NL" sz="1000" dirty="0"/>
              <a:t> </a:t>
            </a:r>
            <a:r>
              <a:rPr lang="nl-NL" sz="1000" dirty="0" err="1"/>
              <a:t>this</a:t>
            </a:r>
            <a:r>
              <a:rPr lang="nl-NL" sz="1000" dirty="0"/>
              <a:t> field </a:t>
            </a:r>
            <a:r>
              <a:rPr lang="nl-NL" sz="1000" dirty="0" err="1"/>
              <a:t>apears</a:t>
            </a:r>
            <a:endParaRPr lang="nl-NL" sz="1000" b="1" dirty="0"/>
          </a:p>
        </p:txBody>
      </p: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3AEED132-9F57-A8F5-EFC2-973EAB5838EA}"/>
              </a:ext>
            </a:extLst>
          </p:cNvPr>
          <p:cNvCxnSpPr>
            <a:cxnSpLocks/>
            <a:stCxn id="43" idx="0"/>
            <a:endCxn id="45" idx="2"/>
          </p:cNvCxnSpPr>
          <p:nvPr/>
        </p:nvCxnSpPr>
        <p:spPr>
          <a:xfrm flipV="1">
            <a:off x="8696495" y="3569581"/>
            <a:ext cx="5678" cy="252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91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CA44B14-D1D8-7E71-62BE-099DBDC8E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91" y="1216714"/>
            <a:ext cx="2141406" cy="609653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2D77F76-5053-D462-D92B-EC5A8CA1C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91" y="495657"/>
            <a:ext cx="739204" cy="281964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0B25277D-09B2-7B29-ABE2-389A38E5EC54}"/>
              </a:ext>
            </a:extLst>
          </p:cNvPr>
          <p:cNvSpPr/>
          <p:nvPr/>
        </p:nvSpPr>
        <p:spPr>
          <a:xfrm>
            <a:off x="817090" y="1216713"/>
            <a:ext cx="2141407" cy="60965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13802343-1CAA-5357-B5EA-8610C696D7F3}"/>
              </a:ext>
            </a:extLst>
          </p:cNvPr>
          <p:cNvSpPr txBox="1"/>
          <p:nvPr/>
        </p:nvSpPr>
        <p:spPr>
          <a:xfrm>
            <a:off x="3410961" y="1398429"/>
            <a:ext cx="679339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</a:t>
            </a:r>
            <a:endParaRPr lang="nl-NL" sz="1000" b="1" dirty="0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999E73F-941A-7815-C86A-33E39F53D1F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958497" y="1521540"/>
            <a:ext cx="4524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6C467FF8-DD78-857A-92A3-9FFAED5D7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22" y="1965519"/>
            <a:ext cx="1455546" cy="1806097"/>
          </a:xfrm>
          <a:prstGeom prst="rect">
            <a:avLst/>
          </a:prstGeom>
        </p:spPr>
      </p:pic>
      <p:sp>
        <p:nvSpPr>
          <p:cNvPr id="16" name="Rechthoek 15">
            <a:extLst>
              <a:ext uri="{FF2B5EF4-FFF2-40B4-BE49-F238E27FC236}">
                <a16:creationId xmlns:a16="http://schemas.microsoft.com/office/drawing/2014/main" id="{01C7CCB5-CD6D-6AA3-1517-D856A4B98FC9}"/>
              </a:ext>
            </a:extLst>
          </p:cNvPr>
          <p:cNvSpPr/>
          <p:nvPr/>
        </p:nvSpPr>
        <p:spPr>
          <a:xfrm>
            <a:off x="828523" y="1965519"/>
            <a:ext cx="1314910" cy="18060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94E0C2B3-6F3D-2EA3-E6CB-9DE154A683CE}"/>
              </a:ext>
            </a:extLst>
          </p:cNvPr>
          <p:cNvSpPr txBox="1"/>
          <p:nvPr/>
        </p:nvSpPr>
        <p:spPr>
          <a:xfrm>
            <a:off x="2618827" y="2740532"/>
            <a:ext cx="679339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</a:t>
            </a:r>
            <a:endParaRPr lang="nl-NL" sz="1000" b="1" dirty="0"/>
          </a:p>
        </p:txBody>
      </p: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FB24D703-16F9-258E-201A-E69C467A33F2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2143433" y="2863643"/>
            <a:ext cx="475394" cy="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80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C2762DE-C54F-98CC-A291-F8694E6A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6" y="423383"/>
            <a:ext cx="1463167" cy="19051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FAC5A2D-3A4C-A00C-5D09-7528E3A45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6" y="2644394"/>
            <a:ext cx="4747739" cy="3864563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BDB25457-AED0-D820-2790-79CF795B84FA}"/>
              </a:ext>
            </a:extLst>
          </p:cNvPr>
          <p:cNvSpPr/>
          <p:nvPr/>
        </p:nvSpPr>
        <p:spPr>
          <a:xfrm>
            <a:off x="530943" y="2644394"/>
            <a:ext cx="5161934" cy="40907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C758FEFB-BABA-E472-6760-B14A64596DAE}"/>
              </a:ext>
            </a:extLst>
          </p:cNvPr>
          <p:cNvSpPr/>
          <p:nvPr/>
        </p:nvSpPr>
        <p:spPr>
          <a:xfrm>
            <a:off x="713747" y="3746091"/>
            <a:ext cx="4747738" cy="2861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5339BDF6-4486-437A-03A8-BAC325D56104}"/>
              </a:ext>
            </a:extLst>
          </p:cNvPr>
          <p:cNvSpPr txBox="1"/>
          <p:nvPr/>
        </p:nvSpPr>
        <p:spPr>
          <a:xfrm>
            <a:off x="5966376" y="5060947"/>
            <a:ext cx="2017418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Delete </a:t>
            </a:r>
            <a:r>
              <a:rPr lang="nl-NL" sz="1000" dirty="0" err="1"/>
              <a:t>for</a:t>
            </a:r>
            <a:r>
              <a:rPr lang="nl-NL" sz="1000" dirty="0"/>
              <a:t> </a:t>
            </a:r>
            <a:r>
              <a:rPr lang="nl-NL" sz="1000" dirty="0" err="1"/>
              <a:t>all</a:t>
            </a:r>
            <a:r>
              <a:rPr lang="nl-NL" sz="1000" dirty="0"/>
              <a:t> </a:t>
            </a:r>
            <a:r>
              <a:rPr lang="nl-NL" sz="1000" dirty="0" err="1"/>
              <a:t>stiffner</a:t>
            </a:r>
            <a:r>
              <a:rPr lang="nl-NL" sz="1000" dirty="0"/>
              <a:t> types</a:t>
            </a:r>
          </a:p>
        </p:txBody>
      </p: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C8DE1835-EFC6-3B64-7897-6D45F209AEFF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5461485" y="5176685"/>
            <a:ext cx="504891" cy="73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kstvak 22">
            <a:extLst>
              <a:ext uri="{FF2B5EF4-FFF2-40B4-BE49-F238E27FC236}">
                <a16:creationId xmlns:a16="http://schemas.microsoft.com/office/drawing/2014/main" id="{02301237-FFAB-6558-7450-3C8F703A1EF2}"/>
              </a:ext>
            </a:extLst>
          </p:cNvPr>
          <p:cNvSpPr txBox="1"/>
          <p:nvPr/>
        </p:nvSpPr>
        <p:spPr>
          <a:xfrm>
            <a:off x="8421669" y="1797053"/>
            <a:ext cx="175471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000" dirty="0" err="1"/>
              <a:t>Material</a:t>
            </a:r>
            <a:r>
              <a:rPr lang="nl-NL" sz="1000" dirty="0"/>
              <a:t> </a:t>
            </a:r>
            <a:r>
              <a:rPr lang="nl-NL" sz="1000" dirty="0" err="1"/>
              <a:t>dropdown</a:t>
            </a:r>
            <a:r>
              <a:rPr lang="nl-NL" sz="1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nl-NL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Renoflex</a:t>
            </a:r>
            <a:r>
              <a:rPr lang="nl-NL" sz="1000" dirty="0"/>
              <a:t> 1.2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Renoflex</a:t>
            </a:r>
            <a:r>
              <a:rPr lang="nl-NL" sz="1000" dirty="0"/>
              <a:t> 1.5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Renoflex</a:t>
            </a:r>
            <a:r>
              <a:rPr lang="nl-NL" sz="1000" dirty="0"/>
              <a:t> 1.9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Renoflex</a:t>
            </a:r>
            <a:r>
              <a:rPr lang="nl-NL" sz="1000" dirty="0"/>
              <a:t> 1.2 double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Renoflex</a:t>
            </a:r>
            <a:r>
              <a:rPr lang="nl-NL" sz="1000" dirty="0"/>
              <a:t> 1.5 double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Renoflex</a:t>
            </a:r>
            <a:r>
              <a:rPr lang="nl-NL" sz="1000" dirty="0"/>
              <a:t> 1.9 double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Ercoflex</a:t>
            </a:r>
            <a:r>
              <a:rPr lang="nl-NL" sz="1000" dirty="0"/>
              <a:t>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Ercoflex</a:t>
            </a:r>
            <a:r>
              <a:rPr lang="nl-NL" sz="1000" dirty="0"/>
              <a:t>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Ercoflex</a:t>
            </a:r>
            <a:r>
              <a:rPr lang="nl-NL" sz="1000" dirty="0"/>
              <a:t> 2/</a:t>
            </a:r>
            <a:r>
              <a:rPr lang="nl-NL" sz="1000" dirty="0" err="1"/>
              <a:t>Renoflex</a:t>
            </a:r>
            <a:r>
              <a:rPr lang="nl-NL" sz="1000" dirty="0"/>
              <a:t> 1.2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Ercoflex</a:t>
            </a:r>
            <a:r>
              <a:rPr lang="nl-NL" sz="1000" dirty="0"/>
              <a:t> 2/</a:t>
            </a:r>
            <a:r>
              <a:rPr lang="nl-NL" sz="1000" dirty="0" err="1"/>
              <a:t>Renoflex</a:t>
            </a:r>
            <a:r>
              <a:rPr lang="nl-NL" sz="1000" dirty="0"/>
              <a:t> 1.5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Ercoflex</a:t>
            </a:r>
            <a:r>
              <a:rPr lang="nl-NL" sz="1000" dirty="0"/>
              <a:t> 2/</a:t>
            </a:r>
            <a:r>
              <a:rPr lang="nl-NL" sz="1000" dirty="0" err="1"/>
              <a:t>Renoflex</a:t>
            </a:r>
            <a:r>
              <a:rPr lang="nl-NL" sz="1000" dirty="0"/>
              <a:t> 1.9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Ercoflex</a:t>
            </a:r>
            <a:r>
              <a:rPr lang="nl-NL" sz="1000" dirty="0"/>
              <a:t> 3/</a:t>
            </a:r>
            <a:r>
              <a:rPr lang="nl-NL" sz="1000" dirty="0" err="1"/>
              <a:t>Renoflex</a:t>
            </a:r>
            <a:r>
              <a:rPr lang="nl-NL" sz="1000" dirty="0"/>
              <a:t> 1.2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Ercoflex</a:t>
            </a:r>
            <a:r>
              <a:rPr lang="nl-NL" sz="1000" dirty="0"/>
              <a:t> 3/</a:t>
            </a:r>
            <a:r>
              <a:rPr lang="nl-NL" sz="1000" dirty="0" err="1"/>
              <a:t>Renoflex</a:t>
            </a:r>
            <a:r>
              <a:rPr lang="nl-NL" sz="1000" dirty="0"/>
              <a:t> 1.5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Ercoflex</a:t>
            </a:r>
            <a:r>
              <a:rPr lang="nl-NL" sz="1000" dirty="0"/>
              <a:t> 3/</a:t>
            </a:r>
            <a:r>
              <a:rPr lang="nl-NL" sz="1000" dirty="0" err="1"/>
              <a:t>Renoflex</a:t>
            </a:r>
            <a:r>
              <a:rPr lang="nl-NL" sz="1000" dirty="0"/>
              <a:t> 1.9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sz="1000" dirty="0" err="1"/>
              <a:t>Leather</a:t>
            </a:r>
            <a:endParaRPr lang="nl-NL" sz="1000" dirty="0"/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39FF3FCF-EC3E-8A21-8E48-5FAD852F7EB2}"/>
              </a:ext>
            </a:extLst>
          </p:cNvPr>
          <p:cNvSpPr txBox="1"/>
          <p:nvPr/>
        </p:nvSpPr>
        <p:spPr>
          <a:xfrm>
            <a:off x="530943" y="80813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sz="1000" dirty="0"/>
              <a:t>It must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possible</a:t>
            </a:r>
            <a:r>
              <a:rPr lang="nl-NL" sz="1000" dirty="0"/>
              <a:t> </a:t>
            </a:r>
            <a:r>
              <a:rPr lang="nl-NL" sz="1000" dirty="0" err="1"/>
              <a:t>to</a:t>
            </a:r>
            <a:r>
              <a:rPr lang="nl-NL" sz="1000" dirty="0"/>
              <a:t> select different </a:t>
            </a:r>
            <a:r>
              <a:rPr lang="nl-NL" sz="1000" dirty="0" err="1"/>
              <a:t>stiffeners</a:t>
            </a:r>
            <a:r>
              <a:rPr lang="nl-NL" sz="1000" dirty="0"/>
              <a:t> </a:t>
            </a:r>
            <a:r>
              <a:rPr lang="nl-NL" sz="1000" dirty="0" err="1"/>
              <a:t>for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left</a:t>
            </a:r>
            <a:r>
              <a:rPr lang="nl-NL" sz="1000" dirty="0"/>
              <a:t> </a:t>
            </a:r>
            <a:r>
              <a:rPr lang="nl-NL" sz="1000" dirty="0" err="1"/>
              <a:t>and</a:t>
            </a:r>
            <a:r>
              <a:rPr lang="nl-NL" sz="1000" dirty="0"/>
              <a:t> right. The </a:t>
            </a:r>
            <a:r>
              <a:rPr lang="nl-NL" sz="1000" dirty="0" err="1"/>
              <a:t>table</a:t>
            </a:r>
            <a:r>
              <a:rPr lang="nl-NL" sz="1000" dirty="0"/>
              <a:t> as </a:t>
            </a:r>
            <a:r>
              <a:rPr lang="nl-NL" sz="1000" dirty="0" err="1"/>
              <a:t>indicated</a:t>
            </a:r>
            <a:r>
              <a:rPr lang="nl-NL" sz="1000" dirty="0"/>
              <a:t> below </a:t>
            </a:r>
            <a:r>
              <a:rPr lang="nl-NL" sz="1000" dirty="0" err="1"/>
              <a:t>will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removed</a:t>
            </a:r>
            <a:r>
              <a:rPr lang="nl-NL" sz="1000" dirty="0"/>
              <a:t>. </a:t>
            </a:r>
            <a:r>
              <a:rPr lang="nl-NL" sz="1000" dirty="0" err="1"/>
              <a:t>Only</a:t>
            </a:r>
            <a:r>
              <a:rPr lang="nl-NL" sz="1000" dirty="0"/>
              <a:t> </a:t>
            </a:r>
            <a:r>
              <a:rPr lang="nl-NL" sz="1000" dirty="0" err="1"/>
              <a:t>for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high counter must a </a:t>
            </a:r>
            <a:r>
              <a:rPr lang="nl-NL" sz="1000" dirty="0" err="1"/>
              <a:t>height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specified</a:t>
            </a:r>
            <a:r>
              <a:rPr lang="nl-NL" sz="1000" dirty="0"/>
              <a:t>. </a:t>
            </a:r>
            <a:r>
              <a:rPr lang="nl-NL" sz="1000" dirty="0" err="1"/>
              <a:t>This</a:t>
            </a:r>
            <a:r>
              <a:rPr lang="nl-NL" sz="1000" dirty="0"/>
              <a:t> is a </a:t>
            </a:r>
            <a:r>
              <a:rPr lang="nl-NL" sz="1000" dirty="0" err="1"/>
              <a:t>required</a:t>
            </a:r>
            <a:r>
              <a:rPr lang="nl-NL" sz="1000" dirty="0"/>
              <a:t> field.</a:t>
            </a:r>
            <a:br>
              <a:rPr lang="nl-NL" sz="1000" dirty="0"/>
            </a:br>
            <a:r>
              <a:rPr lang="nl-NL" sz="1000" dirty="0"/>
              <a:t>For </a:t>
            </a:r>
            <a:r>
              <a:rPr lang="nl-NL" sz="1000" dirty="0" err="1"/>
              <a:t>every</a:t>
            </a:r>
            <a:r>
              <a:rPr lang="nl-NL" sz="1000" dirty="0"/>
              <a:t> </a:t>
            </a:r>
            <a:r>
              <a:rPr lang="nl-NL" sz="1000" dirty="0" err="1"/>
              <a:t>selection</a:t>
            </a:r>
            <a:r>
              <a:rPr lang="nl-NL" sz="1000" dirty="0"/>
              <a:t> made, a </a:t>
            </a:r>
            <a:r>
              <a:rPr lang="nl-NL" sz="1000" dirty="0" err="1"/>
              <a:t>material</a:t>
            </a:r>
            <a:r>
              <a:rPr lang="nl-NL" sz="1000" dirty="0"/>
              <a:t> </a:t>
            </a:r>
            <a:r>
              <a:rPr lang="nl-NL" sz="1000" dirty="0" err="1"/>
              <a:t>selection</a:t>
            </a:r>
            <a:r>
              <a:rPr lang="nl-NL" sz="1000" dirty="0"/>
              <a:t> must </a:t>
            </a:r>
            <a:r>
              <a:rPr lang="nl-NL" sz="1000" dirty="0" err="1"/>
              <a:t>be</a:t>
            </a:r>
            <a:r>
              <a:rPr lang="nl-NL" sz="1000" dirty="0"/>
              <a:t> made. </a:t>
            </a:r>
            <a:r>
              <a:rPr lang="nl-NL" sz="1000" dirty="0" err="1"/>
              <a:t>Dropdown</a:t>
            </a:r>
            <a:r>
              <a:rPr lang="nl-NL" sz="1000" dirty="0"/>
              <a:t> as </a:t>
            </a:r>
            <a:r>
              <a:rPr lang="nl-NL" sz="1000" dirty="0" err="1"/>
              <a:t>shown</a:t>
            </a:r>
            <a:endParaRPr lang="nl-NL" sz="1000" dirty="0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C918870A-A210-A322-E366-CA6A190752AE}"/>
              </a:ext>
            </a:extLst>
          </p:cNvPr>
          <p:cNvSpPr/>
          <p:nvPr/>
        </p:nvSpPr>
        <p:spPr>
          <a:xfrm>
            <a:off x="530943" y="771833"/>
            <a:ext cx="5909186" cy="626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6C298656-AF0C-6206-8B6B-3C9BD425E935}"/>
              </a:ext>
            </a:extLst>
          </p:cNvPr>
          <p:cNvSpPr/>
          <p:nvPr/>
        </p:nvSpPr>
        <p:spPr>
          <a:xfrm>
            <a:off x="8421669" y="1797053"/>
            <a:ext cx="1420424" cy="266679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24556B25-7E8A-3F33-8917-37B5FFA36272}"/>
              </a:ext>
            </a:extLst>
          </p:cNvPr>
          <p:cNvSpPr txBox="1"/>
          <p:nvPr/>
        </p:nvSpPr>
        <p:spPr>
          <a:xfrm>
            <a:off x="481782" y="1673942"/>
            <a:ext cx="6415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000" dirty="0"/>
              <a:t>An information button must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added</a:t>
            </a:r>
            <a:r>
              <a:rPr lang="nl-NL" sz="1000" dirty="0"/>
              <a:t> </a:t>
            </a:r>
            <a:r>
              <a:rPr lang="nl-NL" sz="1000" dirty="0" err="1"/>
              <a:t>containing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following</a:t>
            </a:r>
            <a:r>
              <a:rPr lang="nl-NL" sz="1000" dirty="0"/>
              <a:t> </a:t>
            </a:r>
            <a:r>
              <a:rPr lang="nl-NL" sz="1000" dirty="0" err="1"/>
              <a:t>text</a:t>
            </a:r>
            <a:r>
              <a:rPr lang="nl-NL" sz="1000" dirty="0"/>
              <a:t>:</a:t>
            </a:r>
            <a:br>
              <a:rPr lang="nl-NL" sz="1000" dirty="0"/>
            </a:br>
            <a:r>
              <a:rPr lang="nl-NL" sz="1000" dirty="0" err="1"/>
              <a:t>All</a:t>
            </a:r>
            <a:r>
              <a:rPr lang="nl-NL" sz="1000" dirty="0"/>
              <a:t> </a:t>
            </a:r>
            <a:r>
              <a:rPr lang="nl-NL" sz="1000" dirty="0" err="1"/>
              <a:t>requested</a:t>
            </a:r>
            <a:r>
              <a:rPr lang="nl-NL" sz="1000" dirty="0"/>
              <a:t> </a:t>
            </a:r>
            <a:r>
              <a:rPr lang="nl-NL" sz="1000" dirty="0" err="1"/>
              <a:t>modifications</a:t>
            </a:r>
            <a:r>
              <a:rPr lang="nl-NL" sz="1000" dirty="0"/>
              <a:t> </a:t>
            </a:r>
            <a:r>
              <a:rPr lang="nl-NL" sz="1000" dirty="0" err="1"/>
              <a:t>will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placed</a:t>
            </a:r>
            <a:r>
              <a:rPr lang="nl-NL" sz="1000" dirty="0"/>
              <a:t> </a:t>
            </a:r>
            <a:r>
              <a:rPr lang="nl-NL" sz="1000" dirty="0" err="1"/>
              <a:t>between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lining</a:t>
            </a:r>
            <a:r>
              <a:rPr lang="nl-NL" sz="1000" dirty="0"/>
              <a:t> </a:t>
            </a:r>
            <a:r>
              <a:rPr lang="nl-NL" sz="1000" dirty="0" err="1"/>
              <a:t>and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upper</a:t>
            </a:r>
            <a:r>
              <a:rPr lang="nl-NL" sz="1000" dirty="0"/>
              <a:t> </a:t>
            </a:r>
            <a:r>
              <a:rPr lang="nl-NL" sz="1000" dirty="0" err="1"/>
              <a:t>leather</a:t>
            </a:r>
            <a:r>
              <a:rPr lang="nl-NL" sz="1000" dirty="0"/>
              <a:t>. </a:t>
            </a:r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this</a:t>
            </a:r>
            <a:r>
              <a:rPr lang="nl-NL" sz="1000" dirty="0"/>
              <a:t> is </a:t>
            </a:r>
            <a:r>
              <a:rPr lang="nl-NL" sz="1000" dirty="0" err="1"/>
              <a:t>not</a:t>
            </a:r>
            <a:r>
              <a:rPr lang="nl-NL" sz="1000" dirty="0"/>
              <a:t> </a:t>
            </a:r>
            <a:r>
              <a:rPr lang="nl-NL" sz="1000" dirty="0" err="1"/>
              <a:t>possible</a:t>
            </a:r>
            <a:r>
              <a:rPr lang="nl-NL" sz="1000" dirty="0"/>
              <a:t>,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modification</a:t>
            </a:r>
            <a:r>
              <a:rPr lang="nl-NL" sz="1000" dirty="0"/>
              <a:t> </a:t>
            </a:r>
            <a:r>
              <a:rPr lang="nl-NL" sz="1000" dirty="0" err="1"/>
              <a:t>will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built up on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lining</a:t>
            </a:r>
            <a:r>
              <a:rPr lang="nl-NL" sz="1000" dirty="0"/>
              <a:t>, </a:t>
            </a:r>
            <a:r>
              <a:rPr lang="nl-NL" sz="1000" dirty="0" err="1"/>
              <a:t>after</a:t>
            </a:r>
            <a:r>
              <a:rPr lang="nl-NL" sz="1000" dirty="0"/>
              <a:t> </a:t>
            </a:r>
            <a:r>
              <a:rPr lang="nl-NL" sz="1000" dirty="0" err="1"/>
              <a:t>which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upper</a:t>
            </a:r>
            <a:r>
              <a:rPr lang="nl-NL" sz="1000" dirty="0"/>
              <a:t> </a:t>
            </a:r>
            <a:r>
              <a:rPr lang="nl-NL" sz="1000" dirty="0" err="1"/>
              <a:t>leather</a:t>
            </a:r>
            <a:r>
              <a:rPr lang="nl-NL" sz="1000" dirty="0"/>
              <a:t> </a:t>
            </a:r>
            <a:r>
              <a:rPr lang="nl-NL" sz="1000" dirty="0" err="1"/>
              <a:t>will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made over it. </a:t>
            </a:r>
            <a:r>
              <a:rPr lang="nl-NL" sz="1000" dirty="0" err="1"/>
              <a:t>This</a:t>
            </a:r>
            <a:r>
              <a:rPr lang="nl-NL" sz="1000" dirty="0"/>
              <a:t> </a:t>
            </a:r>
            <a:r>
              <a:rPr lang="nl-NL" sz="1000" dirty="0" err="1"/>
              <a:t>may</a:t>
            </a:r>
            <a:r>
              <a:rPr lang="nl-NL" sz="1000" dirty="0"/>
              <a:t> </a:t>
            </a:r>
            <a:r>
              <a:rPr lang="nl-NL" sz="1000" dirty="0" err="1"/>
              <a:t>incur</a:t>
            </a:r>
            <a:r>
              <a:rPr lang="nl-NL" sz="1000" dirty="0"/>
              <a:t> </a:t>
            </a:r>
            <a:r>
              <a:rPr lang="nl-NL" sz="1000" dirty="0" err="1"/>
              <a:t>additional</a:t>
            </a:r>
            <a:r>
              <a:rPr lang="nl-NL" sz="1000" dirty="0"/>
              <a:t> </a:t>
            </a:r>
            <a:r>
              <a:rPr lang="nl-NL" sz="1000" dirty="0" err="1"/>
              <a:t>costs</a:t>
            </a:r>
            <a:r>
              <a:rPr lang="nl-NL" sz="1000" dirty="0"/>
              <a:t>.</a:t>
            </a:r>
          </a:p>
        </p:txBody>
      </p:sp>
      <p:sp>
        <p:nvSpPr>
          <p:cNvPr id="33" name="Rechthoek 32">
            <a:extLst>
              <a:ext uri="{FF2B5EF4-FFF2-40B4-BE49-F238E27FC236}">
                <a16:creationId xmlns:a16="http://schemas.microsoft.com/office/drawing/2014/main" id="{5155946D-35FB-C45B-454B-5E10B8B109C5}"/>
              </a:ext>
            </a:extLst>
          </p:cNvPr>
          <p:cNvSpPr/>
          <p:nvPr/>
        </p:nvSpPr>
        <p:spPr>
          <a:xfrm>
            <a:off x="530943" y="1637641"/>
            <a:ext cx="6366387" cy="7441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Rechthoek 33">
            <a:extLst>
              <a:ext uri="{FF2B5EF4-FFF2-40B4-BE49-F238E27FC236}">
                <a16:creationId xmlns:a16="http://schemas.microsoft.com/office/drawing/2014/main" id="{6F490359-A986-CA0C-0F1B-39410F87CC8E}"/>
              </a:ext>
            </a:extLst>
          </p:cNvPr>
          <p:cNvSpPr/>
          <p:nvPr/>
        </p:nvSpPr>
        <p:spPr>
          <a:xfrm>
            <a:off x="3952568" y="1140542"/>
            <a:ext cx="1229032" cy="2215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5BE0CEAA-75B1-11C4-0D05-729D7F00C18B}"/>
              </a:ext>
            </a:extLst>
          </p:cNvPr>
          <p:cNvCxnSpPr>
            <a:cxnSpLocks/>
            <a:stCxn id="34" idx="3"/>
            <a:endCxn id="29" idx="0"/>
          </p:cNvCxnSpPr>
          <p:nvPr/>
        </p:nvCxnSpPr>
        <p:spPr>
          <a:xfrm>
            <a:off x="5181600" y="1251337"/>
            <a:ext cx="3950281" cy="5457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337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94A3E9B0-0976-E5B6-E2D5-FC37FD4AE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07" y="1712399"/>
            <a:ext cx="3292125" cy="815411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86DD6CAF-2499-A5C6-DB18-712EB5D6F001}"/>
              </a:ext>
            </a:extLst>
          </p:cNvPr>
          <p:cNvSpPr/>
          <p:nvPr/>
        </p:nvSpPr>
        <p:spPr>
          <a:xfrm>
            <a:off x="682007" y="1712400"/>
            <a:ext cx="3396205" cy="8154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248151-ED60-BE53-857F-10AB8E98B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6" y="423383"/>
            <a:ext cx="1463167" cy="190517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5F7F784C-AE09-7B35-3D49-D6BD43D24DF5}"/>
              </a:ext>
            </a:extLst>
          </p:cNvPr>
          <p:cNvSpPr txBox="1"/>
          <p:nvPr/>
        </p:nvSpPr>
        <p:spPr>
          <a:xfrm>
            <a:off x="4420536" y="1712399"/>
            <a:ext cx="2686011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Change name </a:t>
            </a:r>
            <a:r>
              <a:rPr lang="nl-NL" sz="1000" dirty="0" err="1"/>
              <a:t>into</a:t>
            </a:r>
            <a:r>
              <a:rPr lang="nl-NL" sz="1000" dirty="0"/>
              <a:t>: Toe </a:t>
            </a:r>
            <a:r>
              <a:rPr lang="nl-NL" sz="1000" dirty="0" err="1"/>
              <a:t>reinforcement</a:t>
            </a:r>
            <a:r>
              <a:rPr lang="nl-NL" sz="1000" dirty="0"/>
              <a:t> options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BD3F0B3-628B-1911-5562-A44C0E7365C4}"/>
              </a:ext>
            </a:extLst>
          </p:cNvPr>
          <p:cNvSpPr txBox="1"/>
          <p:nvPr/>
        </p:nvSpPr>
        <p:spPr>
          <a:xfrm>
            <a:off x="713745" y="2916850"/>
            <a:ext cx="2686011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Change name </a:t>
            </a:r>
            <a:r>
              <a:rPr lang="nl-NL" sz="1000" dirty="0" err="1"/>
              <a:t>into</a:t>
            </a:r>
            <a:r>
              <a:rPr lang="nl-NL" sz="1000" dirty="0"/>
              <a:t>: No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90720754-0E33-26BB-1DA2-071CD94A28F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77464" y="1827595"/>
            <a:ext cx="2643072" cy="7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71D3AC41-DE16-5CDC-9AF4-48CE37166F32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049877" y="2493938"/>
            <a:ext cx="1006874" cy="422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kstvak 18">
            <a:extLst>
              <a:ext uri="{FF2B5EF4-FFF2-40B4-BE49-F238E27FC236}">
                <a16:creationId xmlns:a16="http://schemas.microsoft.com/office/drawing/2014/main" id="{51ED4CE4-5BD2-3913-F764-30881EBD01BE}"/>
              </a:ext>
            </a:extLst>
          </p:cNvPr>
          <p:cNvSpPr txBox="1"/>
          <p:nvPr/>
        </p:nvSpPr>
        <p:spPr>
          <a:xfrm>
            <a:off x="1588817" y="1306424"/>
            <a:ext cx="1343006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Normal</a:t>
            </a:r>
            <a:r>
              <a:rPr lang="nl-NL" sz="1000" dirty="0"/>
              <a:t> as default </a:t>
            </a:r>
          </a:p>
        </p:txBody>
      </p: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50B39C98-EBB8-774B-8AED-35DCEBC0610B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1777464" y="1552645"/>
            <a:ext cx="482856" cy="7021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D74F8BCA-0A09-D0DD-00E9-09FD290EE9AE}"/>
              </a:ext>
            </a:extLst>
          </p:cNvPr>
          <p:cNvSpPr txBox="1"/>
          <p:nvPr/>
        </p:nvSpPr>
        <p:spPr>
          <a:xfrm>
            <a:off x="3808765" y="2916850"/>
            <a:ext cx="611771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Delete</a:t>
            </a:r>
          </a:p>
        </p:txBody>
      </p:sp>
      <p:cxnSp>
        <p:nvCxnSpPr>
          <p:cNvPr id="28" name="Rechte verbindingslijn 27">
            <a:extLst>
              <a:ext uri="{FF2B5EF4-FFF2-40B4-BE49-F238E27FC236}">
                <a16:creationId xmlns:a16="http://schemas.microsoft.com/office/drawing/2014/main" id="{B8FE7EEB-6FF0-09F4-55FE-7C7DF856451F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2927838" y="2371253"/>
            <a:ext cx="1186813" cy="545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Afbeelding 32">
            <a:extLst>
              <a:ext uri="{FF2B5EF4-FFF2-40B4-BE49-F238E27FC236}">
                <a16:creationId xmlns:a16="http://schemas.microsoft.com/office/drawing/2014/main" id="{F7FEA717-E7D6-D37C-7C3D-DD5435A4E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34" y="4095488"/>
            <a:ext cx="2446232" cy="358171"/>
          </a:xfrm>
          <a:prstGeom prst="rect">
            <a:avLst/>
          </a:prstGeom>
        </p:spPr>
      </p:pic>
      <p:sp>
        <p:nvSpPr>
          <p:cNvPr id="35" name="Rechthoek 34">
            <a:extLst>
              <a:ext uri="{FF2B5EF4-FFF2-40B4-BE49-F238E27FC236}">
                <a16:creationId xmlns:a16="http://schemas.microsoft.com/office/drawing/2014/main" id="{C934C168-B8BD-D37B-0EF9-F2B788CAB2A3}"/>
              </a:ext>
            </a:extLst>
          </p:cNvPr>
          <p:cNvSpPr/>
          <p:nvPr/>
        </p:nvSpPr>
        <p:spPr>
          <a:xfrm>
            <a:off x="833634" y="4095487"/>
            <a:ext cx="2165206" cy="35817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8DE0EFC4-1BE3-E083-9E20-D24E16D337D5}"/>
              </a:ext>
            </a:extLst>
          </p:cNvPr>
          <p:cNvSpPr txBox="1"/>
          <p:nvPr/>
        </p:nvSpPr>
        <p:spPr>
          <a:xfrm>
            <a:off x="3521244" y="4151461"/>
            <a:ext cx="533007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Keep </a:t>
            </a:r>
          </a:p>
        </p:txBody>
      </p: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11F62AED-7D60-EE8D-1D85-064FC893B54A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2998840" y="4274572"/>
            <a:ext cx="52240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Afbeelding 43">
            <a:extLst>
              <a:ext uri="{FF2B5EF4-FFF2-40B4-BE49-F238E27FC236}">
                <a16:creationId xmlns:a16="http://schemas.microsoft.com/office/drawing/2014/main" id="{8EF7455E-2561-12C3-D174-A447BC5D2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42" y="5145600"/>
            <a:ext cx="1272650" cy="510584"/>
          </a:xfrm>
          <a:prstGeom prst="rect">
            <a:avLst/>
          </a:prstGeom>
        </p:spPr>
      </p:pic>
      <p:sp>
        <p:nvSpPr>
          <p:cNvPr id="46" name="Rechthoek 45">
            <a:extLst>
              <a:ext uri="{FF2B5EF4-FFF2-40B4-BE49-F238E27FC236}">
                <a16:creationId xmlns:a16="http://schemas.microsoft.com/office/drawing/2014/main" id="{92FEF6A8-F123-4596-530F-C4F3EA386559}"/>
              </a:ext>
            </a:extLst>
          </p:cNvPr>
          <p:cNvSpPr/>
          <p:nvPr/>
        </p:nvSpPr>
        <p:spPr>
          <a:xfrm>
            <a:off x="682008" y="5089622"/>
            <a:ext cx="1272650" cy="566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0" name="Tekstvak 49">
            <a:extLst>
              <a:ext uri="{FF2B5EF4-FFF2-40B4-BE49-F238E27FC236}">
                <a16:creationId xmlns:a16="http://schemas.microsoft.com/office/drawing/2014/main" id="{2A419661-05C3-F775-752C-86D5A130B604}"/>
              </a:ext>
            </a:extLst>
          </p:cNvPr>
          <p:cNvSpPr txBox="1"/>
          <p:nvPr/>
        </p:nvSpPr>
        <p:spPr>
          <a:xfrm>
            <a:off x="2614794" y="5243299"/>
            <a:ext cx="611771" cy="246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Delete</a:t>
            </a:r>
          </a:p>
        </p:txBody>
      </p:sp>
      <p:cxnSp>
        <p:nvCxnSpPr>
          <p:cNvPr id="51" name="Rechte verbindingslijn 50">
            <a:extLst>
              <a:ext uri="{FF2B5EF4-FFF2-40B4-BE49-F238E27FC236}">
                <a16:creationId xmlns:a16="http://schemas.microsoft.com/office/drawing/2014/main" id="{AA7B99D4-B495-D1DB-778F-AEF5CEE0E9D1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 flipV="1">
            <a:off x="1954658" y="5366410"/>
            <a:ext cx="660136" cy="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25213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8822</TotalTime>
  <Words>748</Words>
  <Application>Microsoft Office PowerPoint</Application>
  <PresentationFormat>Breedbeeld</PresentationFormat>
  <Paragraphs>110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Loonen</dc:creator>
  <cp:lastModifiedBy>Martijn Loonen</cp:lastModifiedBy>
  <cp:revision>1</cp:revision>
  <dcterms:created xsi:type="dcterms:W3CDTF">2026-06-30T14:02:15Z</dcterms:created>
  <dcterms:modified xsi:type="dcterms:W3CDTF">2026-07-13T05:27:12Z</dcterms:modified>
</cp:coreProperties>
</file>